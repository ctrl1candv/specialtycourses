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代码班总先导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10分钟看懂：代码题考什么 · 怎么学 · 课程怎么排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主讲：牙膏学长 ｜ 面向全体学员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先认识一下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牙膏学长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26考研上岸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计算机科学与技术（学硕）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初试专业课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125分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复试专业代码笔试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87分 · 专业第三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总分排名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专业第九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 ·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在开始之前，先看我们要攻克的目标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算法分析题原题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设线性表 L 采用带头结点的单链表存储。给定整数 k，设计一个算法找到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倒数第 k 个元素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：找到则打印该元素的值并返回 1，否则返回 0。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28269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要求：写出算法思想 ＋ 伪代码 ＋ 时间、空间复杂度分析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51326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你现在看不懂这道题？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完全正常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——它就是我们这门课最后要攻克的目标。请记住它：单链表 · 倒数第k个 · 带头结点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第一件事：代码题值多少钱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试卷结构（150分）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数量与分值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与代码的关系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约4—5题 ≈ 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代码挖空补全、功能分析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填空题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约10空 ≈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手算小题（KMP、哈夫曼、地址计算等）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约6—7题 ≈ 70分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手算大题，依赖代码思维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 =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核心目标：思想＋伪代码＋复杂度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算法分析题 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30分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，全卷单题分值最高的部分；加上程序阅读题约20分，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代码能力实际影响超50分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第二件事：代码题怎么考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考的是伪代码：重思路 · 轻语法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阅卷看的是思路和框架，不会揪着少个分号扣分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86435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① 算法思想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：文字把思路说清楚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527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② 伪代码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：完整结构体定义与边界判断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619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③ 复杂度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：时间 ＋ 空间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68546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三件套缺一不可，缺一样扣分。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课程按三件套讲，考试按三件套答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伪代码到底长什么样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2025真题的一种解法（快慢指针）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findK(LinkList &amp;L, int k){
    LNode *p = L, *q = L;
    while(k != 0 &amp;&amp; q != NULL){ q = q-&gt;next; k--; }
    if(q == NULL) return 0;
    while(q != NULL){ q = q-&gt;next; p = p-&gt;next; }
    printf("%d", p-&gt;data);
    return 1;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505663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没有 include、没有 main，一段干净的函数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547039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结构体、边界判断、循环边界，一样不少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88416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语法只有最基础的 if / while / 指针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629793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</a:rPr>
              <a:t>基础语法学扎实，就能写出这样的代码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第三件事：代码怎么学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学代码是一条五级楼梯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对应课程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语法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if/while、数组/指针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C语言基础与强化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结构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顺序表/链表/树/图 怎么定义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数据结构基础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操作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增/删/改/查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数据结构基础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算法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链表倒置/快排/DFS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数据结构强化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变式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真题改条件，仍认得模板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真题变式与题型课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没写过代码 → 从基础篇开始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56183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写过C但指针发怵 → 从结构基础开始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97560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一轮已复习 → 直接强化 / 题型冲刺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第四件事：课程怎么排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代码班全景：三门课，一条主线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工具课 · 打地基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约9节（基础5＋强化4）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核心课 · 结构与算法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约15节（基础·强化·举一反三）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实战课 · 套模板解真题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约7节（基础·强化·举一反三）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合计约 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31节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，每节约30—40分钟，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总时长约17.5小时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485089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节数与时长均为规划，以最终发布版为准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怎么选课：按自己的楼层进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阶段是分层，不是流程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学生水平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推荐路线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零基础 / 跨考，不会写代码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语言基础 → 语言强化 → 结构基础 → 结构强化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学过C但生疏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语言强化（补看指针节）→ 结构基础 → 结构强化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有基础，一轮已复习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结构强化 → 真题变式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基础扎实，冲刺阶段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 ＋ 题型强化/冲刺，按需查漏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不必把每一层都爬完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——找到自己的入口，直接进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怎么学：四条要求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① 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：上课我写一行，你跟着写一行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② 手撕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：课后合上笔记，凭记忆写出来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③ 默写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：基础阶段的模板代码，必须能默写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④ 必做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：每节1道跟练题＋1道变式题，答案在讲稿附录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代码是手艺活，看一百遍，不如自己写一遍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什么时候学什么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从现在到考前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8—9月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C语言、数据结构基础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9—10月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结构强化、经典算法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10—11月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真题变式、题型课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11—12月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回顾错题、考前冲刺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总量不大——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约17.5小时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，按你的楼层、缺什么补什么，跟到考前正好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记住这三句话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代码题30分＋程序阅读20分，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实际影响超50分，值得投入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802考思路，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三件套：思想＋代码＋复杂度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课程是楼梯，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找到你的楼层直接进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 · 导学课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完全零基础的同学，现在就可以出发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代码班总先导</dc:title>
  <dc:subject>PptxGenJS Presentation</dc:subject>
  <dc:creator>牙膏学长</dc:creator>
  <cp:lastModifiedBy>牙膏学长</cp:lastModifiedBy>
  <cp:revision>1</cp:revision>
  <dcterms:created xsi:type="dcterms:W3CDTF">2026-08-16T03:32:44Z</dcterms:created>
  <dcterms:modified xsi:type="dcterms:W3CDTF">2026-08-16T03:32:44Z</dcterms:modified>
</cp:coreProperties>
</file>
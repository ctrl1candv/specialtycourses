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第7节 查找排序真题＋程序阅读题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双调序列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题面与'尽可能高效'这个提示（先按暂停自己写）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题面：一个先递增后递减的序列称为双调序列，请设计一个尽可能高效的算法，找到由 n 个数组成的双调序列中最大的关键值。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28269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认结构：数组、先升后降、峰值唯一；'尽可能高效'四个字就是在说——扫一遍 O(n) 不合格，要 O(logn)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0965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选模板：模板9 折半框架改判定；有序（局部有序）里找特定位置，就是折半的地盘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改条件的核心：把'与 key 比大小'换成'看 mid 在上升段还是下降段'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297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先按暂停自己写；提示：mid 处比较的对象不是 key，是它的左右邻居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双调 · 判定推导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判定条件怎么推：mid 的三种处境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处境一 A[mid-1] &gt; A[mid]：mid 在下降段——峰值在左边，但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mid 左边那个可能就是峰值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，所以 right = mid（把 mid 留在区间里）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处境二 A[mid+1] &gt; A[mid]：mid 在上升段——峰值在右边，mid 自己一定不是峰值，所以 left = mid + 1（排除 mid）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处境三 两边都不满足：左邻居不比它大、右邻居也不比它大，mid 自己就是峰值，直接返回 A[mid]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right=mid 与 left=mid+1 的不对称是这一类题的通用难点：mid 可能是答案时不能排除它，一定不是答案时才排除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双调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完整代码与边界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binary_search(int A[], int n){
    if(n &lt;= 0) return -1;
    int left = 0, right = n - 1, mid;
    while(left &lt; right){
        mid = (left + right) / 2;
        if(mid&gt;=1 &amp;&amp; A[mid-1]&gt;A[mid]) right = mid;         // 下降段，峰在左
        else if(mid&lt;n-1 &amp;&amp; A[mid+1]&gt;A[mid]) left = mid+1;  // 上升段，峰在右
        else return A[mid];                                 // mid 就是峰
    }
    return A[left];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边界两处：mid&gt;=1 防止读 A[-1]；mid&lt;n-1 防止读 A[n]——序列端点也可能是峰值（纯递减时峰在 A[0]）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80363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循环终止 left==right，返回 A[left]；复杂度时间 O(logn) 每轮区间减半、空间 O(1)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4650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最容易丢的分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：把 right=mid 写成 right=mid-1——峰值恰好是 mid 时被排除，漏解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95120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评分点：思想段写清'用折半框架，判定条件改为比较 mid 与邻居'；不对称的理由写一句就是采分点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逆序对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 n≤30000 这个提示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题面：一个序列由 n（n≤30000）个不大于 200 的正整数构成，设计一个时间复杂度尽可能小的算法求其逆序对个数。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认结构：数组；逆序对定义——i&lt;j 且 A[i]&gt;A[j] 的 (i,j) 对数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n≤30000 就是在排除 O(n²)：三万的平方是九亿，超时；O(nlogn) 是四十多万，可以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选模板：模板10 归并加计数——强化阶段第10节讲过完整推导，这里直接用它解题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1297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'值不大于200'也是个提示：计数数组也能做，但归并法更通用、是模板，主推归并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逆序对 · 关键一行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Merge 里加一行：count += mid - i + 1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merge(int A[], int temp[], int left, int mid, int right){
    for(int k=left;k&lt;=right;k++) temp[k]=A[k];      // 先复制到辅助表
    int i=left, j=mid+1, k=left, count=0;
    while(i&lt;=mid &amp;&amp; j&lt;=right){
        if(temp[i]&lt;=temp[j]) A[k++]=temp[i++];
        else{ count += mid-i+1;  A[k++]=temp[j++]; }   // 关键一行
    }
    while(i&lt;=mid) A[k++]=temp[i++];
    while(j&lt;=right) A[k++]=temp[j++];
    return count;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改条件就一处：右半元素被选中时，左半从 i 到 mid 全部大于它且下标在前，一次加 mid-i+1 个逆序对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80363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递归结构：MergeSort 返回 左半count + 右半count + 合并count，每层只管跨段的那部分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4650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写成 count++ 是最常见错：只算了一对，漏了左半剩下的全部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95120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先复制到 temp 再合并，避免边合并边覆盖；复杂度时间 O(nlogn)、空间 O(n)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逆序对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六元素归并加计数：count 怎么分层累加（拿纸跟画）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666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66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66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09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9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09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52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2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2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5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38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38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81848" y="2395728"/>
            <a:ext cx="1143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1848" y="2395728"/>
            <a:ext cx="1143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81848" y="2999232"/>
            <a:ext cx="1143000" cy="197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" y="36758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递归拆：[3,1,4] 与 [2,6,5]，再拆到单元素，两两合并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07060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左半内部：合并 [3] 与 [1,4] 时，3&gt;1 触发 count += 1；右半内部：合并 [6,5] 时 6&gt;5 触发 count +=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7320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顶层合并 [1,3,4] 与 [2,5,6]：取 2 时左半剩 3、4 都比 2 大，count += mid-i+1 = 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539343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总 count = 1 + 1 + 2 = 4；验证：逆序对是 (3,1)、(3,2)、(4,2)、(6,5)，正好 4 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614629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你跟着把每层合并的 i、j、count 标出来——每层只管跨段对，子层算好的直接加起来，这就是递归结构的价值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 变式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 的两种解法与选择依据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182880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小根堆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维护大小 k 的小根堆，扫一遍数组，比堆顶大就换堆顶再调整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O(nlogk)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数据流、n 极大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快排划分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Partition 后看枢轴位置，只递归含第 k 大的那一侧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平均O(n)最坏O(n²)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一次性数组要平均最快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 k 大用小根堆（堆顶是候选里最小的）、第 k 小用大根堆——堆的类型别记反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35711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题集勾画 6算46（数据流第 k 大）用堆、10答14（前 k 大最小比较次数）考选择依据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2623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选择依据一句话：数据一边来一边问，用堆；数组一次给全要平均最快，用划分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程序阅读题 · 全景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程序阅读题约 20 分：三类考法（已按三年真题核对）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200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三年真题分布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考什么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 挖空补全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2026阅读1、2025阅读2/3/4、2024阅读3/4（6题，最多）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补循环边界、指针移动、递归参数、返回条件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 片段排序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2024阅读2（1题）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把打乱的代码段按正确顺序排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 功能与复杂度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2025阅读1、2024阅读1/5（3题，常与前两类复合）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说功能、算复杂度并给理由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规律：阅读题考的全是学过的结构代码——链表队列、双链表、选择排序、拓扑、DFS 生成树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75869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所以第一步永远是认结构：读懂题目给的定义（字段名、有无头结点、下标起点），空就好填了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301996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分 4—5 小题，形式固定；三类考法各有套路，下面三页一类一页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考法一 · 挖空补全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挖空补全的四步做法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第一步，读函数名、参数与返回值，猜整体功能——名字里就写着（DFSTree 就是 DFS 生成树）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第二步，标出所有变量并说出各自含义：指针指向什么、下标从几起、visited 记什么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第三步，看空格的位置定候选：循环条件空→想终止条件；赋值空→想指针移动或状态更新；调用空→想递归参数怎么变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第四步，回代验证：把答案代进去走一个小例子，跑通了才算完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常考的四类空：循环边界（i&lt;n 还是 i&lt;=n）、指针移动（p=p-&gt;next）、递归调用的参数、返回条件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考法二 · 片段排序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片段排序的三步做法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第一步，找入口片段：含变量声明与初始化的那段一定在最前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第二步，找依赖关系：哪一段用到了另一段定义的变量，被依赖的在前——按数据流排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第三步，验证：按排好的顺序走一遍小例子；输出或返回的片段一定在最后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口诀：声明初始化在最前，输出返回在最后，中间按'谁用谁先'排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考法三 · 功能与复杂度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功能与复杂度分析的写法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功能的写法：用'这个函数做什么'的完整句式——例如'把链表逆置并返回新表头'；只写'处理链表'不给分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复杂度的写法：一句结论加一句理由——'双层循环，外层 n 次内层平均 n/2 次，所以 O(n²)'；只写 O(n²) 不给理由会扣分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递归代码说功能：先看终止条件（n=0 或 1 时返回什么），再看递归体（规模怎么缩小、返回值怎么合并）——正是递归三件套的读法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这与基础阶段第1节的答题三件套一致：结论+理由，缺一扣分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三类考法 · 真题例子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各配一道真题：2026阅读1、2024阅读2、2024阅读5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DFSTree(ALGraph G, int v) {          // 2026阅读1（3分）
    visited[v] = true;
    ArcNode *p = ____①____;
    while (p != NULL) {
        if (!visited[p-&gt;adjvex]) ____②____;
        printf("Tree edge: %d -&gt; %d\n", v, p-&gt;adjvex);
        p = p-&gt;nextarc;
    }
}
// ① G.vertices[v].firstarc   ② DFSTree(G, p-&gt;adjvex)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①是赋值空→想'从哪开始扫邻居'：顶点表的第一条边；②是调用空→想递归参数：对未访问邻接点递归，递归边就是生成树的树边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6181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2024阅读2 片段排序：s 插入 p 之前——入口段是'存后继'，然后改指针，最后接回，按数据流排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0129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2024阅读5 描述递归功能：终止条件+递归体读法，一句'计算并返回××'的完整句式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49906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三道例子正好一类一道；回代验证：①②代进去，DFS 生成树的小例子跑一遍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小结：两道算法题与三类阅读题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双调序列：模板9 折半改判定，判定是'看 mid 与邻居'，不对称的 right=mid 是采分点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逆序对：模板10 归并加计数，关键一行 count += mid-i+1，n≤30000 排除平方算法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程序阅读题三类考法各有套路：挖空四步、片段三步、功能复杂度'结论+理由'——第一步永远是认结构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道算法真题到此全部讲完；下一节冲刺总结：决策树、易错七条、17题回顾表、考场策略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1道真题重写 ＋ 1组变式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真题重写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：2020 逆序对，计时 20 分钟，按三件套书写，关键一行的理由写进思想段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10算26（有序数组合并，逆序对的前置）、6算46（数据流第 k 大，用小根堆）、10答14（前 k 大的最小比较次数）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阅读题练习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：10答10（读排序代码算执行次数，考法三）、2答9 与 2答10（读代码说功能与纠错，考法一与三）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参考答案在本PPT最后两页，课后自行对照。阅读题的练习材料就是三年真题的 9 道，全部按三类套路走一遍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真题重写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逆序对参考答案（自行对照）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89842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89842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78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reverseCoupleCount(int A[], int n){
    int temp[n];  for(int i=0;i&lt;n;i++) temp[i]=0;
    return MergeSort(A, temp, 0, n-1);
}
int MergeSort(int A[], int temp[], int left, int right){
    if(left &gt;= right) return 0;
    int mid=(left+right)/2, count=0;
    count += MergeSort(A,temp,left,mid);
    count += MergeSort(A,temp,mid+1,right);
    count += merge(A,temp,left,mid,right);
    return count;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495323"/>
            <a:ext cx="10545775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merge 函数见本节代码合集；思想段写'归并时右半元素先出，左半剩余元素全部与它构成逆序对，一次累加 mid-i+1'；O(nlogn)/O(n)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10算26 有序数组合并：二路归并 Merge，三指针加两个收尾循环——逆序对的前置动作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6算46 数据流第 k 大：小根堆维护 k 个最大候选，新元素比堆顶大就换堆顶再下沉调整；堆顶即第 k 大，O(nlogk)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4518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10答14 前 k 大的最小比较次数：选择类思路，n-k 次淘汰赛加堆调整；结论按教材的说法写并给理由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465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10答10 读排序代码算执行次数：考法三套路——标变量、数基本语句执行次数、结论加理由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24129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2答9、2答10 读代码说功能与纠错：考法一与三复合——先猜功能再逐行核，纠错找'该判空没判、该复位没复'的位置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941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阅读题对答案的标准：功能一句话句式完整、复杂度有理由、填空回代验证过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查找排序真题＋程序阅读题</dc:title>
  <dc:subject>PptxGenJS Presentation</dc:subject>
  <dc:creator>牙膏学长</dc:creator>
  <cp:lastModifiedBy>牙膏学长</cp:lastModifiedBy>
  <cp:revision>1</cp:revision>
  <dcterms:created xsi:type="dcterms:W3CDTF">2026-09-30T01:52:14Z</dcterms:created>
  <dcterms:modified xsi:type="dcterms:W3CDTF">2026-09-30T01:52:14Z</dcterms:modified>
</cp:coreProperties>
</file>
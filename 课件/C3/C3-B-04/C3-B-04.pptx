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0" y="214884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重邮802 数据结构代码课程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2834640"/>
            <a:ext cx="12191695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数据结构题型实战阶段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411480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第6节 图真题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48463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阶段：题型实战 ｜ 主讲：牙膏学长 ｜ 预计45分钟 ｜ 资料答疑：伴梦研途QQ群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/ 17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9082735" y="96012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82735" y="960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真题·2026·12分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 判拓扑序列 · 题面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题面与关键认识：不需要真的排一遍序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22960" y="2395728"/>
            <a:ext cx="10545775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题面（12分）：给一个由邻接表存储的图，以及一个序列 V1V2...Vn，判断这个序列是不是该图的一个拓扑序列。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96112" y="328269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认结构：邻接表，边表字段 nextarc；序列顶点数 n 默认等于 vexnum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3753612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关键认识：不需要真做一遍拓扑排序再比较——只求入度表，按给定序列的顺序模拟检查即可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4224528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拓扑序列的充要条件：对每条边 v→u，v 在序列中都排在 u 前面；按序检查'当前入度是否为 0'正是在验证这个条件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5129784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先按暂停自己写；12 分里'不真排序、按给定顺序模拟'这个认识占思想分的大头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 判拓扑 · 代码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入度表加按序模拟：模板13 的验证形态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730764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2730764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25113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IsTopoSeq(ALGraph G, int seq[], int n){
    if(G.vexnum == 0) return false;
    int indeg[MaxVertexNum] = {0};
    for(int i=0;i&lt;G.vexnum;i++)                    // 求全部入度
        for(ArcNode *p=G.vertices[i].firstarc;p;p=p-&gt;nextarc) indeg[p-&gt;adjvex]++;
    for(int i=0;i&lt;n;i++){                          // 按给定顺序模拟
        int u = seq[i];
        if(indeg[u] != 0) return false;            // 还有前驱没排在它前面
        for(ArcNode *p=G.vertices[u].firstarc;p;p=p-&gt;nextarc) indeg[p-&gt;adjvex]--;
    }
    return true;
}
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" y="5327660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选模板13 入度表法；改条件一处——不做'入度0入栈出栈输出'，改成按给定序列顺序检查：入度非 0 即非法，合法就把它的后继入度减 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5989076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边界：vexnum==0 返回 false；复杂度时间 O(|V|+|E|) 每个顶点每条边各处理一次、空间 O(|V|)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6741932"/>
            <a:ext cx="10545775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写成先排序再比较也能得大部分分，但代码量与时间都大；'按序模拟'是本题思想分的采分点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/ 17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9082735" y="96012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82735" y="960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真题·2025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2025 经过k的路径 · 题面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题面与拆解：两段独立的可连性问题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22960" y="2395728"/>
            <a:ext cx="10545775" cy="10447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题面：给定一个邻接表表示的连通图，输出从顶点 u 到顶点 v 并经过顶点 k 的一条路径。如果不存在这样的路径输出 -1。图的存储结构题目已给（注意：边表字段名是 next 不是 nextarc，按题目写）。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96112" y="3568446"/>
            <a:ext cx="10454335" cy="702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00000"/>
                </a:solidFill>
              </a:rPr>
              <a:t>认结构①：字段名以题目为准——这道题给的是 next，2026 那道给的是 nextarc，抄题目的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96112" y="4344162"/>
            <a:ext cx="10454335" cy="3787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00000"/>
                </a:solidFill>
              </a:rPr>
              <a:t>认结构②：连通图、邻接表；要求输出一条具体路径，不存在输出 -1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96112" y="4796028"/>
            <a:ext cx="10454335" cy="702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00000"/>
                </a:solidFill>
              </a:rPr>
              <a:t>拆解：'u 到 v 经过 k' = 'u 能到 k' 且 'k 能到 v'——两段独立的可连性问题，各做一次 DFS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22960" y="5663184"/>
            <a:ext cx="10545775" cy="3398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先按暂停自己写；提示：两段之间 visited 怎么处理，是这道题最大的坑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2025 经过k · 代码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回溯复位与两段之间的全部复位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3287085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3287085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306762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checkPath(ALGraph G, int u, int v, bool visited[]){
    if(u == v) return true;
    visited[u] = true;
    for(ArcNode *p=G.vertices[u].firstarc; p; p=p-&gt;next)
        if(!visited[p-&gt;adjvex] &amp;&amp; checkPath(G,p-&gt;adjvex,v,visited)) return true;
    visited[u] = false;  return false;         // 走不通，回溯复位
}
bool IsExistPathGoBy(ALGraph G, int u, int k, int v){
    if(G.vexnum==0 || G.arcnum==0) return false;
    bool visited[MaxVertexNum];                 // 固定长度（勘误处置）
    for(int i=0;i&lt;G.vexnum;i++) visited[i]=false;
    if(!checkPath(G,u,k,visited)) return false;         // 第一段 u→k
    for(int i=0;i&lt;G.vexnum;i++) visited[i]=false;       // 两段之间全部复位
    return checkPath(G,k,v,visited);                    // 第二段 k→v
}
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" y="5883981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选模板7 DFS 回溯；两处复位：递归走不通时 visited[u]=false（回溯），两段之间全部清零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6278697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00000"/>
                </a:solidFill>
              </a:rPr>
              <a:t>两段之间不复位是最容易丢的分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：第一段用过的标记会让第二段误判'此路不通'，明明存在的路径判成不存在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6764853"/>
            <a:ext cx="10545775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材料用变长数组带初始化列表，与伪代码约定不符，课件改固定长度加循环赋值；输出具体路径时再用一个 path 数组随递归记录，思想同一套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/ 17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9082735" y="96012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82735" y="960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真题·2024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2024 长度k的路径 · 代码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多带一个 depth：递归中携带额外信息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22960" y="2395728"/>
            <a:ext cx="10545775" cy="3843406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2395728"/>
            <a:ext cx="50292" cy="3843406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9" name="Text 7"/>
          <p:cNvSpPr/>
          <p:nvPr/>
        </p:nvSpPr>
        <p:spPr>
          <a:xfrm>
            <a:off x="1078992" y="2505456"/>
            <a:ext cx="10033711" cy="36239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DFS(ALGraph &amp;G, int i, int depth, int k, int visited[]){
    if(depth == k) return true;                // 走了 k 条边，成功
    visited[i] = 1;
    for(ArcNode *e=G.vertices[i].firstarc; e; e=e-&gt;next){
        int v = e-&gt;adjvex;
        if(!visited[v] &amp;&amp; DFS(G,v,depth+1,k,visited)){ visited[i]=0; return true; }
    }
    visited[i] = 0;  return false;             // 回溯复位
}
bool existsKSimplePath(ALGraph &amp;G, int k){
    if(k &lt; 1 || k &gt; G.vexnum-1) return false;   // k 的合法范围
    int visited[MaxVertexNum];
    for(int i=0;i&lt;G.vexnum;i++){
        for(int j=0;j&lt;G.vexnum;j++) visited[j]=0;   // 每个起点前清零
        if(DFS(G,i,0,k,visited)) return true;
    }
    return false;
}
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96112" y="6440302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选模板7；改条件一处：递归多带 depth，每往下一层加 1，depth==k 成功——与最长路径的 pathLen 同源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96112" y="7101718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k 上界为什么是 vexnum-1：简单路径顶点不重复，k 条边需要 k+1 个不同顶点；每个起点前 visited 全部清零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7854574"/>
            <a:ext cx="10545775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题目问'是否存在'，所以找到一条就层层 return true；成功路径上的复位（visited[i]=0）可省，但写上不出错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两道路径题对比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2025 与 2024：同一个模板7，三处不同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931920"/>
                <a:gridCol w="384048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对比项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2025 经过k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2024 长度k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起终点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给定 u、v 与必经点 k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任意起点，枚举所有顶点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携带信息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两段拆解（u→k、k→v）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depth 参数（走了几条边）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停止条件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到达目标顶点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depth 等于 k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visited 复位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回溯复位＋两段之间全部复位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回溯复位＋每个起点前清零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96112" y="4727448"/>
            <a:ext cx="10454335" cy="3787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00000"/>
                </a:solidFill>
              </a:rPr>
              <a:t>共同点：都是 DFS 回溯，走不通就复位再试别的路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96112" y="5179314"/>
            <a:ext cx="10454335" cy="3787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00000"/>
                </a:solidFill>
              </a:rPr>
              <a:t>差别全在'带什么、何时停、何时清'——这三处正是改条件的清单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5722620"/>
            <a:ext cx="10545775" cy="3398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认题训练：题面出现'经过某点'想拆段；出现'长度为 k'想 depth 参数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/ 17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9082735" y="96012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82735" y="960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真题·2023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2023 像素距离 · 题面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题面与'时间复杂度尽可能低'这个提示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22960" y="2395728"/>
            <a:ext cx="10545775" cy="10447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题面：给定一个 n×m 的矩形位图，每个像素不是白色就是黑色，至少有一个白色。两像素间距离是曼哈顿距离 |i1-i2|+|j1-j2|。设计一个时间复杂度尽可能低的算法，计算每个像素与其最近白像素的距离。输入 n、m 与 n 行 01 串（1 为白），输出 n 行距离。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96112" y="3568446"/>
            <a:ext cx="10454335" cy="702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00000"/>
                </a:solidFill>
              </a:rPr>
              <a:t>认结构：二维 01 数组；'最近白像素'是对每个黑像素问一次最短距离——无权网格图的最短距离就是 BFS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96112" y="4344162"/>
            <a:ext cx="10454335" cy="702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00000"/>
                </a:solidFill>
              </a:rPr>
              <a:t>朴素做法：对每个黑像素各做一次 BFS，O(n²m²)——'时间尽可能低'这个提示就是在排除它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5211318"/>
            <a:ext cx="10545775" cy="3398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先按暂停自己想：有没有办法一次 BFS 算出所有像素的距离？这是当年最难的一道，突破口是一个'反过来'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2023 像素距离 · 突破口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多源 BFS：反过来从所有白像素同时扩散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702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00000"/>
                </a:solidFill>
              </a:rPr>
              <a:t>反过来想：不是每个黑像素去找白像素，而是</a:t>
            </a:r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000000"/>
                </a:solidFill>
              </a:rPr>
              <a:t>所有白像素同时往外扩散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00000"/>
                </a:solidFill>
              </a:rPr>
              <a:t>——每个黑像素第一次被扩散到时的层号，就是它到最近白像素的距离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96112" y="3171444"/>
            <a:ext cx="10454335" cy="702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00000"/>
                </a:solidFill>
              </a:rPr>
              <a:t>与普通 BFS 只差第一步：所有白像素先全部入队且 dist 置 0，其余 dist 置 -1 表示未访问；然后逐层扩散，dist[邻居] = dist[当前] + 1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96112" y="3947160"/>
            <a:ext cx="10454335" cy="702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00000"/>
                </a:solidFill>
              </a:rPr>
              <a:t>为什么正确：BFS 逐层扩散，第一次到达一定是最近的那个源——多个源同时起跑，谁先到算谁的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96112" y="4722876"/>
            <a:ext cx="10454335" cy="702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00000"/>
                </a:solidFill>
              </a:rPr>
              <a:t>两个技巧：dist 的 -1 兼作 visited，省一个数组；队列存一维编号 i*m+j（材料的队列只存一个 int），取出时除与模还原坐标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5590032"/>
            <a:ext cx="10545775" cy="3398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时间 O(nm) 每个像素入队出队各一次；思想段就把'反过来扩散'写清楚——这是本题思想分的全部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像素距离 · 过程页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3×4 位图的逐层扩散（拿纸跟画）</a:t>
            </a:r>
            <a:endParaRPr lang="en-US" sz="2800" dirty="0"/>
          </a:p>
        </p:txBody>
      </p:sp>
      <p:pic>
        <p:nvPicPr>
          <p:cNvPr id="5" name="Image 0" descr="D:\Program Project\SpecialtyCourses\assets\diagrams\b7-bf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981048" y="2395728"/>
            <a:ext cx="8229600" cy="2286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6112" y="4864608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第 0 层：所有白像素（值为 1 的格子）dist=0 全部入队——图上第 1 格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96112" y="5259324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第 1 层：白像素的四邻黑像素 dist=1 入队；第 2 层：再外一圈 dist=2——逐层扩散，每格标出队列内容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96112" y="5920740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每个黑像素第一次被访问时的 dist 就是答案；已访问（dist≠-1）的格子不再入队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6406896"/>
            <a:ext cx="10545775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跟着图把每层的 dist 数组写出来，与最终距离矩阵对照；越界与已访问两个 continue 是代码里仅有的两个判断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2023 像素距离 · 代码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完整代码（补写版）与边界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3472525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3472525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325306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dir[4][2] = {{-1,0},{1,0},{0,-1},{0,1}};      // 上下左右
void PixelDist(int g[][MaxM], int dist[][MaxM], int n, int m){
    SqQueue Q; InitQueue(Q);
    for(int i=0;i&lt;n;i++) for(int j=0;j&lt;m;j++){    // 第一步：白像素全入队
        if(g[i][j]==1){ dist[i][j]=0; EnQueue(Q, i*m+j); }
        else dist[i][j]=-1;                       // -1 兼作未访问
    }
    while(!IsEmpty(Q)){                           // 第二步：逐层扩散
        int cur; DeQueue(Q,cur);  int x=cur/m, y=cur%m;
        for(int d=0;d&lt;4;d++){
            int nx=x+dir[d][0], ny=y+dir[d][1];
            if(nx&lt;0||nx&gt;=n||ny&lt;0||ny&gt;=m||dist[nx][ny]!=-1) continue;
            dist[nx][ny]=dist[x][y]+1;  EnQueue(Q, nx*m+ny);
        }
    }
}
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" y="6069421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边界：四方向越界判断；题目保证至少一个白像素，队列不会一开始就空；n 或 m 为 0 时循环不进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6464137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复杂度：时间 O(nm) 每像素入队出队各一次；空间 O(nm) 队列最坏存一层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6950293"/>
            <a:ext cx="10545775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评分点：写成'对每个黑像素做 BFS'思想分能拿一部分，但复杂度分全丢；'反过来扩散'这五个字值大半的思想分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四题评分点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四道题的评分点与复杂度汇总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463040"/>
                <a:gridCol w="2377440"/>
                <a:gridCol w="411480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题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模板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复杂度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最容易丢的分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2026 判拓扑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13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O(V+E)/O(V)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真去排序了，没写按序模拟的认识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2025 经过k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7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O(V+E)/O(V)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两段之间 visited 没复位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2024 长度k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7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最坏指数/V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k 上界没判、起点前没清零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2023 像素距离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8多源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O(nm)/O(nm)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没想到反向扩散，写成 n²m²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96112" y="4727448"/>
            <a:ext cx="10454335" cy="3787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00000"/>
                </a:solidFill>
              </a:rPr>
              <a:t>图题的通用采分习惯：思想段写清存储与遍历选择，复杂度段给'每顶点每边各处理一次'这类理由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22960" y="5270754"/>
            <a:ext cx="10545775" cy="3398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2025 的 O(V+E) 指单次 DFS；最坏要回溯全部路径时更高，答题写单次代价并说明即可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选讲 · 2022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2022 最小半径生成树：难题的两个方向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题面：从根到叶子的最大距离称为树的半径，给定无向连通图，找出半径最小的生成树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1083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方向一（好写）：枚举每个顶点作根做 BFS 生成树，BFS 的最大层号就是该根的半径，取最小——O(n(n+e))；依据是 BFS 树里每个顶点到根的距离就是最短距离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4023360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方向二：Floyd 求全源最短路径，每个顶点算离心率 max（到所有点的距离），离心率最小的顶点是图的中心，以它为根做 BFS 树——O(n³)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928616"/>
            <a:ext cx="10545775" cy="6446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这道题难度高、材料无解答：考场策略是先用方向一写，时间不够可以先跳过——它的核心动作（BFS 生成树、Floyd）都已在强化阶段第7节讲过，剩下的是组合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本节小结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小结：图题认题的三个信号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信号一'验证序列'→模板13 入度表，按序模拟不真排序；信号二'经过某点/长度k'→模板7 DFS 回溯，拆段或带 depth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32095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信号三'最短距离/尽可能低'→模板8 BFS，多源就全部源点先入队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680460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图题的三个固定坑：字段名以题目为准（next 与 nextarc）、visited 的复位时机、每个起点前清零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585716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图是七年真题第二大项（5 道）；这四道加选讲覆盖了全部形态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课后任务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1道真题重写 ＋ 1组变式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真题重写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：2023 像素距离图，计时 30 分钟（本题最难，给足时间），思想段必须写出'反向扩散'的理由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3209544"/>
            <a:ext cx="10454335" cy="1083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变式题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：题集勾画 7算18（长度 k 的简单路径，课上原题重写）、7算19（u 到 v 的所有简单路径，要输出全部）、7答9（写出全部拓扑序列）、7选28（拓扑序列个数）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4366260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自编变式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：把像素距离图改成八连通（斜向也算相邻），代码改哪里？——dir 数组从 4 个方向扩成 8 个，其余一字不改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5271516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参考答案在本PPT最后两页，课后自行对照。下一节查找排序真题与程序阅读题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16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参考答案 · 真题重写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2023 像素距离参考答案（自行对照）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898427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2898427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267897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dir[4][2]={{-1,0},{1,0},{0,-1},{0,1}};
void PixelDist(int g[][MaxM], int dist[][MaxM], int n, int m){
    SqQueue Q; InitQueue(Q);
    for(int i=0;i&lt;n;i++) for(int j=0;j&lt;m;j++){
        if(g[i][j]==1){ dist[i][j]=0; EnQueue(Q,i*m+j); }
        else dist[i][j]=-1; }
    while(!IsEmpty(Q)){
        int cur; DeQueue(Q,cur); int x=cur/m, y=cur%m;
        for(int d=0;d&lt;4;d++){ int nx=x+dir[d][0], ny=y+dir[d][1];
            if(nx&lt;0||nx&gt;=n||ny&lt;0||ny&gt;=m||dist[nx][ny]!=-1) continue;
            dist[nx][ny]=dist[x][y]+1; EnQueue(Q,nx*m+ny); } }
}
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5495323"/>
            <a:ext cx="10545775" cy="3208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思想段：对所有白像素同时做多源 BFS，逐层扩散，每个像素首次被访问的层号即最近距离；O(nm)/O(nm)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17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参考答案 · 变式题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变式题参考答案（自行对照）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7算18 长度 k 的简单路径：与课上 2024 题同码，输出路径则加 path 数组随递归记录、成功时打印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96112" y="3057144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7算19 u 到 v 的所有简单路径：DFS 回溯不短路——找到一条先输出，继续复位试别的路，直到全部走完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3451860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7答9 全部拓扑序列：入度表法加回溯——每轮把所有入度 0 的顶点各试一次，递归后恢复入度，枚举全部合法顺序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4113276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7选28 拓扑序列个数：在 7答9 的枚举上计数；序列唯一当且仅当每轮入度 0 的顶点恰好一个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4507992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八连通变式：dir 扩为 8 个方向（加四个斜向），越界与已访问判断不变，dist 含义仍是曼哈顿意义下的 BFS 层数（八邻域）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5260848"/>
            <a:ext cx="10545775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'输出所有'与'判断存在'的差别只在短路：存在型找到就 return，全部型不 return 继续回溯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图真题</dc:title>
  <dc:subject>PptxGenJS Presentation</dc:subject>
  <dc:creator>牙膏学长</dc:creator>
  <cp:lastModifiedBy>牙膏学长</cp:lastModifiedBy>
  <cp:revision>1</cp:revision>
  <dcterms:created xsi:type="dcterms:W3CDTF">2026-09-30T01:49:41Z</dcterms:created>
  <dcterms:modified xsi:type="dcterms:W3CDTF">2026-09-30T01:49:41Z</dcterms:modified>
</cp:coreProperties>
</file>
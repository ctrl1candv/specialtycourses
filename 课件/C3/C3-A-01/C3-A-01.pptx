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21488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重邮802 数据结构代码课程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2834640"/>
            <a:ext cx="12191695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数据结构题型实战阶段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第1节 导学＋答题四步法＋链表骨架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阶段：题型实战 ｜ 主讲：牙膏学长 ｜ 预计35分钟 ｜ 资料答疑：伴梦研途QQ群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 / 16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082735" y="960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735" y="960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课段导学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课段导学 · 位置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这个课段管 30 分算法题和 20 分阅读题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3515258"/>
                <a:gridCol w="3515258"/>
                <a:gridCol w="3515258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802题型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分值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这个课段怎么帮你拿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算法分析题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3题30分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17 道真题逐道走四步法，报模板、改条件、拿评分点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程序阅读题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约20分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三类考法各有固定做法，读结构定义是第一步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96112" y="3886200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基础阶段给了你结构定义，强化阶段给了你 15 个算法模板；这个课段只做一件事——拿到一道没见过的题，30 秒认出它考哪个模板、改哪几处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96112" y="4700016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2020—2026 的 17 道算法大题全部由经典模板加条件改写而来，认模板的能力就是这 30 分的能力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22960" y="5605272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学法与前两个阶段不同：每道真题先按暂停自己写，再看讲评——不先自己写，看讲解时会产生'我懂了'的错觉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 / 16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082735" y="960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735" y="960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课段导学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课段导学 · 目录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题型实战阶段八节课的目录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3515258"/>
                <a:gridCol w="3515258"/>
                <a:gridCol w="3515258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节次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主题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拿走什么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第1—2节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骨架与识别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15 个可背骨架、四步法、三问定模板的决策表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第3—4节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链表真题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2026约瑟夫环、2025倒数第k、2021三问、2023循环段倒置、2022多项式、2020双向改造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第5节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树真题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2024判BST与繁荣度、2025最长路径、2026建树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第6节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图真题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2026判拓扑、2025经过k路径、2024长度k路径、2023像素距离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第7节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查找排序真题＋阅读题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2021双调、2020逆序对、Top-K、程序阅读三类考法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第8节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冲刺总结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决策树、易错七条、17题回顾表、考场策略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 / 16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9082735" y="9601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5240">
            <a:solidFill>
              <a:srgbClr val="C0392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082735" y="9601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0392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课段导学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课段导学 · 怎么听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每道真题固定四步讲，课后重写计时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每道真题的讲法固定：给题面按暂停自己写 → 报结构与模板 → 逐段改条件 → 补边界给三件套与评分点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3209544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听讲评时重点听两处：从模板到这道题改了哪几处、这道题最容易丢的是哪一分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36804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课后任务固定两道：课上那道真题计时重写一遍，加一道改条件的变式题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4151376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算法原理不重讲：需要时一句'见数据结构强化阶段第几节'带过，本课段的重心是认题与改条件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5056632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如果你没学过强化阶段也能跟：每道题都给完整代码，课段自洽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答题格式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答题三件套：书写格式与分值分布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  <a:gridCol w="228600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段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写什么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分值占比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① 算法思想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文字说清分几步、每步干什么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约2—3分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② 算法代码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伪代码：结构体定义、函数签名、边界判断必须完整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约5—7分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③ 复杂度分析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时间与空间各一个结论，各配一句理由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约1—2分</a:t>
                      </a:r>
                      <a:endParaRPr lang="en-US" sz="12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96112" y="4306824"/>
            <a:ext cx="10454335" cy="3406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</a:rPr>
              <a:t>三件各占分值，缺一件扣一件；思想那一件还能在代码没写完时救分——考场上代码卡住，先把思想写满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96112" y="4720590"/>
            <a:ext cx="10454335" cy="6263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</a:rPr>
              <a:t>开头写一句下标与结构的声明（例如'设链表带头结点，数据从 L-&gt;next 起'），阅卷一眼看清你的约定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5511546"/>
            <a:ext cx="10545775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书写排版：三段各标小标题'算法思想/算法代码/复杂度分析'，草稿纸先画结构图再写代码，不要直接在草稿上写代码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答题四步法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四步法：认结构、选模板、改条件、补边界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5760720"/>
                <a:gridCol w="274320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步骤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做什么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常见失分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① 认结构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题目给的定义：带头结点吗、字段叫什么、下标从几起、什么存储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抄错字段名、看漏'无头结点'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② 选模板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对照 15 张模板卡报编号，说出题面特征命中哪张卡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认不出模板，从零硬想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③ 改条件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把题目条件逐条翻译成模板的改动点，边写边核对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漏改一处条件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④ 补边界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空表、越界、复位、k 与 n 的合法性，再给复杂度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边界分支整段没写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4727448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802 的命题本质是模板加改条件，所以四步里第③步最值钱；下一页用一道最简单的题完整走一遍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四步法 · 完整示范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示范：单链表就地逆置，四步走一遍（先按暂停自己写）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2395728"/>
            <a:ext cx="10545775" cy="606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dirty="0">
                <a:solidFill>
                  <a:srgbClr val="000000"/>
                </a:solidFill>
              </a:rPr>
              <a:t>题面（题集勾画 2算17 同类）：设带头结点单链表 L，设计算法将链表就地逆置（空间 O(1)）。先按暂停，自己按四步写一遍，再看下面的对照。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96112" y="3130296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① 认结构：带头结点单链表，L 指头结点，数据从 L-&gt;next 开始；'就地'意味着不许新建结点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96112" y="3525012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② 选模板：要把顺序反过来——模板1 头插法，头插天然反序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3919728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③ 改条件：原地逆置的改动是先把链断成'空表+待处理串'（L-&gt;next=NULL），再逐个头插回去；循环里先存后继再摘结点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4581144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④ 补边界：空表与只有一个结点直接返回；复杂度时间 O(n) 每结点摘插一次、空间 O(1) 只用两个指针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5067300"/>
            <a:ext cx="10545775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四步走完，三件套自然成形：②③是思想段，③的代码是代码段，④是复杂度段——四步法不是额外负担，就是三件套的生产流程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骨架一 · 模板1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头插逆置：断链后逐个头插回去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476427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476427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2569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L-&gt;next = NULL;                     // 断成空表
while(p != NULL){
    temp = p;  p = p-&gt;next;         // 先存后继再摘
    temp-&gt;next = L-&gt;next;  L-&gt;next = temp;   // 头插
}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4073323"/>
            <a:ext cx="10454335" cy="3406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</a:rPr>
              <a:t>题面特征：逆置、重组、归并成递减表、局部区间倒置——凡是'要反序'就想到它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6112" y="4487089"/>
            <a:ext cx="10454335" cy="3406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</a:rPr>
              <a:t>两处最容易错：忘先存后继（头插会改掉 temp-&gt;next）、忘断链（不断链头插会成环）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96112" y="4900855"/>
            <a:ext cx="10454335" cy="3406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</a:rPr>
              <a:t>变体：局部区间逆置（2023 循环段倒置）把头插目标从 L-&gt;next 换成区间前驱的 next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5406061"/>
            <a:ext cx="10545775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背到能默写；2023 年 12 分大题的核心就是它在局部区间上用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骨架二 · 模板2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快慢指针：找中点、倒数第 k、判环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340285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340285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1208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while(fast != NULL &amp;&amp; fast-&gt;next != NULL){
    slow = slow-&gt;next;  fast = fast-&gt;next-&gt;next;
}                                 // 偶数个时 slow 停在前半段最后一个
// 倒数第k变体：q 先走 k 步，再 p、q 同步走，q 到表尾时 p 即倒数第 k
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96112" y="3937181"/>
            <a:ext cx="10454335" cy="3406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</a:rPr>
              <a:t>题面特征：找中点、倒数第 k、判断有环——两个指针不同速度走同一条链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96112" y="4350947"/>
            <a:ext cx="10454335" cy="6263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</a:rPr>
              <a:t>终止条件决定停点：fast 与 fast-&gt;next 双条件保证偶数个时 slow 停在前半段最后一个，这是重排题能交替插入的前提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96112" y="5050463"/>
            <a:ext cx="10454335" cy="6263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00000"/>
                </a:solidFill>
              </a:rPr>
              <a:t>倒数第 k 的对照解法是辅助栈（模板14）：全压栈弹 k 次，空间 O(n)；快慢指针空间 O(1)，要'输出倒数 k 个全部'时栈更自然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5841419"/>
            <a:ext cx="10545775" cy="3208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2025 年真题考过倒数第 k；408-2019 重排的第一步找中点也是它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骨架三 · 模板3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断链拼接三步走：摘、逆、插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三个动作：把目标段从链上摘下来（断链）、对这一段做处理（常用头插逆置）、再插回指定位置（拼接）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题面特征：重排、改造链的结构——2020 双向循环改造、408-2019 重排（找中点、逆置后半、交替插入）都是它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4023360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关键动作是'记住接口'：摘下之前先记住断点两侧与段的首尾，接回时全靠它们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494276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每一步改指针前先画改前改后两张图（C语言强化阶段练的'画图再写'），双链表一次要改四条指针，漏一条就断链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5399532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这是五个骨架里唯一没有固定代码形态的——它的价值是动作顺序：先接后断、记住接口、改完查孤立结点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骨架四 · 模板4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条件删除：前驱跟随，删完 p 重新取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803563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803563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58410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LNode *pre = L, *p = L-&gt;next;
while(p != NULL){
    if(条件){
        pre-&gt;next = p-&gt;next;  free(p);
        p = pre-&gt;next;            // pre 不动，p 重新取
    }else{ pre = p;  p = p-&gt;next; }   // 不删才一起走
}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4400459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题面特征：删除满足某条件的结点、保留满足条件的结点——2021 真题第三问（删比 x 大的正偶数）就是它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4795175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核心一句：删除后 pre 停在原地、p 从 pre-&gt;next 重新取；如果删完还写 pre=p，会跳过下一个待检查结点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6112" y="5456591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条件可以是值的范围、奇偶、与相邻元素的关系——改条件只改 if 里那一句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5942747"/>
            <a:ext cx="10545775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先 free 再取 p-&gt;data 是经典错：读的是已回收内存；顺序永远是取值、改指针、再 free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骨架五 · 模板11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循环链表模拟：建环、定位、报数摘结点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618122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618122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3986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r-&gt;next = head;                       // 建环
while(p-&gt;data != s){ pre = p; p = p-&gt;next; }   // 定位到第 s 个，pre 跟随
while(p-&gt;next != p){                  // 只剩一个结点时停
    for(int i = 1; i &lt; m; i++){ pre = p; p = p-&gt;next; }  // 报 m-1 步
    pre-&gt;next = p-&gt;next;  free(p);  p = pre-&gt;next;        // 摘除
}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96112" y="4215018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题面特征：报数出列、轮转、约瑟夫环——2026 年 8 分大题就是它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" y="4609734"/>
            <a:ext cx="10454335" cy="588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三处与单链表的差别：终止条件从 p!=NULL 换成 p!=L（或 p-&gt;next!=p）、判空从 L-&gt;next==NULL 换成 L-&gt;next==L、尾巴接回头结点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96112" y="5271150"/>
            <a:ext cx="10454335" cy="3215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00000"/>
                </a:solidFill>
              </a:rPr>
              <a:t>定位与报数都要 pre 跟随：摘结点必须知道前驱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5757306"/>
            <a:ext cx="10545775" cy="3017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 真题不带头结点（head 直接存 1 号），与课程默认约定不同——认结构那一步看清题目给的是什么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本节小结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五个链表骨架一张表</a:t>
            </a:r>
            <a:endParaRPr lang="en-US" sz="2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395728"/>
          <a:ext cx="1054577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645920"/>
                <a:gridCol w="612648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骨架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模板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1F4E9C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题面特征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7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头插逆置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模板1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逆置、重组、归并成递减、局部倒置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快慢指针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模板2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找中点、倒数第k、判环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断链拼接三步走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模板3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重排、改造链的结构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条件删除前驱跟随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模板4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按条件删结点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循环链表模拟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模板11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329"/>
                          </a:solidFill>
                          <a:latin typeface="微软雅黑" pitchFamily="34" charset="0"/>
                          <a:ea typeface="微软雅黑" pitchFamily="34" charset="-122"/>
                          <a:cs typeface="微软雅黑" pitchFamily="34" charset="-120"/>
                        </a:rPr>
                        <a:t>报数出列、轮转、约瑟夫环</a:t>
                      </a:r>
                      <a:endParaRPr lang="en-US" sz="1500" dirty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B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22960" y="5148072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下一节过树、图、查找、排序的九个骨架，收官是一张三问定模板的决策表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课后任务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1道默写 ＋ 1道识别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默写题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：五个骨架合上资料各写一遍，每个骨架旁边标出它的模板编号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000000"/>
                </a:solidFill>
              </a:rPr>
              <a:t>识别题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：给四道题面（题集勾画 2算21 归并成递减、2算12 删区间内结点、2算6 倒数第 k、2算30 循环链表删前驱），只报模板编号与需要改动的地方，不写代码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3771900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识别题是这个课段专属的练法：练的是认题，不是写题。参考答案在本PPT最后两页，课后自行对照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 · 默写题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默写题参考答案（自行对照）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221992"/>
          </a:xfrm>
          <a:prstGeom prst="rect">
            <a:avLst/>
          </a:prstGeom>
          <a:solidFill>
            <a:srgbClr val="F7F9FC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221992"/>
          </a:xfrm>
          <a:prstGeom prst="rect">
            <a:avLst/>
          </a:prstGeom>
          <a:solidFill>
            <a:srgbClr val="1F4E9C"/>
          </a:solidFill>
          <a:ln/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002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头插逆置: L-&gt;next=NULL; while(p){ temp=p; p=p-&gt;next;
          temp-&gt;next=L-&gt;next; L-&gt;next=temp; }
快慢指针: while(fast &amp;&amp; fast-&gt;next){ slow=slow-&gt;next;
          fast=fast-&gt;next-&gt;next; }
条件删除: if(条件){ pre-&gt;next=p-&gt;next; free(p); p=pre-&gt;next; }
          else { pre=p; p=p-&gt;next; }
循环模拟: 建环 r-&gt;next=head; 终止 p-&gt;next!=p; 摘 pre-&gt;next=p-&gt;next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4818888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断链拼接三步走没有固定代码形态，默写它的三个动作顺序：摘（记住接口）、逆（头插）、插（先接后断）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参考答案 · 识别题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识别题参考答案（自行对照）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2算21 归并成递减：模板1 头插法——改动点是归并时不用尾插用头插，天然反序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2算12 删区间内结点：模板4 条件删除——改动点是条件换成 data&gt;mink 且 data&lt;maxk，表有序删完可提前 break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680460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2算6 倒数第 k：模板2 快慢指针——改动点是 q 先走 k 步再同步走，k 超表长返回失败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4494276"/>
            <a:ext cx="10454335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•  </a:t>
            </a:r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</a:rPr>
              <a:t>2算30 循环链表删前驱：模板11 循环模拟——改动点是遍历终止用 p!=L，找前驱绕环走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5399532"/>
            <a:ext cx="10545775" cy="3589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8A9099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识别题的标准：30 秒内报出模板编号与改动点，说不出来就回对应骨架页重背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导学＋答题四步法＋链表骨架</dc:title>
  <dc:subject>PptxGenJS Presentation</dc:subject>
  <dc:creator>牙膏学长</dc:creator>
  <cp:lastModifiedBy>牙膏学长</cp:lastModifiedBy>
  <cp:revision>1</cp:revision>
  <dcterms:created xsi:type="dcterms:W3CDTF">2026-09-30T01:54:23Z</dcterms:created>
  <dcterms:modified xsi:type="dcterms:W3CDTF">2026-09-30T01:54:23Z</dcterms:modified>
</cp:coreProperties>
</file>
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数据结构题型实战阶段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第5节 树真题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阶段：题型实战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本节导引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四道树真题的共同难点：递归中携带什么额外信息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754880"/>
                <a:gridCol w="22860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真题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携带的信息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 判BST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一个 prev 值（引用传递）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 繁荣度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层号 height 与本层计数 width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 最长路径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path 与 maxPath 两个数组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模板5变体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建树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四个下标边界 preL/preR/inL/inR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树题的遍历骨架都会写，拉开差距的是'除了遍历还要带什么'——带一个值、带两个数组、带四个下标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12" y="5141214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拿到树题先问：答案能不能由左右子树拼出来？不能，就想想要携带什么全局信息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646420"/>
            <a:ext cx="10545775" cy="32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四道题按'携带信息'分类讲，这个分类本身就是本节的教学目标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 判BST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题面与第一认识：BST 的中序序列严格递增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题面：编写代码及思想，判断一棵树是否为二叉排序树，结构体题目已给：typedef struct BiTNode{ int data; struct BiTNode *lchild, *rchild; }BiTNode, *BiTree;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62559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认结构：普通二叉链表，字段与材料一致；返回 1 是、0 不是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09651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第一认识：BST 的中序序列严格递增——所以判 BST 不用每个结点跟全树比，中序走一遍比较相邻两个值就够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9103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选模板：模板15 中序加 prev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47268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先按暂停自己写；提示：prev 要跨递归层共享，想想它该怎么传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 判BST · 代码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prev 为什么用引用、初值为什么不能用 -1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3076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307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1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checkBST(BiTNode *node, int &amp;prev);        // 先声明（材料漏了）
int JudgeBST(BiTree T){
    int prev = INT_MIN;                        // 修正：不能写 -1
    return checkBST(T, prev);
}
int checkBST(BiTNode *node, int &amp;prev){
    if(node == NULL) return 1;
    if(!checkBST(node-&gt;lchild, prev)) return 0;   // 左子树短路
    if(node-&gt;data &lt;= prev) return 0;              // 必须严格大于
    prev = node-&gt;data;
    return checkBST(node-&gt;rchild, prev);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276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prev 必须引用：它是跨递归层共享的状态，值传递每层各有一份副本，比较就失效了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72237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初值 -1 的坑：隐含'所有结点值大于 -1'，树里有负数或 0 就错——用 INT_MIN，或答案里写明'设结点值均为正整数，prev 初值取 0'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38379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严格递增用 &lt;=：BST 不允许相等值，node-&gt;data &lt;= prev 就返回 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86994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O(n) 每结点访问一次，空间 O(树高) 递归栈；左子树失败直接短路返回，不再看右边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 繁荣度 · 改三处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繁荣度：从求宽度改三处就得到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347252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95728"/>
            <a:ext cx="50292" cy="347252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05456"/>
            <a:ext cx="10033711" cy="32530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prosperity(BiTree T){
    if(T == NULL) return 0;
    int front=0, rear=-1, last=0;
    BiTree Q[MaxSize], p;  Q[++rear] = T;
    int total=0, width=0, height=1;             // 改①②：累加器+层号
    while(front &lt;= rear){
        p = Q[front++];  width++;
        if(p-&gt;lchild) Q[++rear] = p-&gt;lchild;
        if(p-&gt;rchild) Q[++rear] = p-&gt;rchild;
        if(front &gt; last){                        // 本层出完
            total += height * width;             // 改③：累加层号×层宽
            last = rear;  height++;  width = 0;
        }
    }
    return total;
}
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606942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题目定义：繁荣度 = 每层结点数 × 该层层数，全部求和；选模板6 层序加 last 分层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6464137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从求宽度改三处：maxwidth 换成累加器 total、加 height 计数器从 1 起、每层结算时 total += height×width——这就是'改条件'的标准示范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7216993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边界：空树返回 0；height 从 1 起要与题目'层数'的定义一致（根在第 1 层）；时间 O(n)、空间 O(n) 队列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最长路径 · 题面与代码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最长路径：pathLen 值传递、maxLen 引用的分工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题面：给定一棵二叉树，输出从根结点到叶子结点的最长路径，打印路径的结点值，并输出该路径的长度。题目已给 BiTNode 定义与两个函数签名 longestPath、findLongestPath——先看题目给了什么，签名里参数的传递方式就是提示。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22960" y="3396996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396996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506724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longestPath(BiTree node, int path[], int pathLen, int maxPath[], int &amp;maxLen){
    if(node == NULL) return;
    path[pathLen++] = node-&gt;data;               // 当前结点进路径
    if(node-&gt;lchild==NULL &amp;&amp; node-&gt;rchild==NULL){   // 到叶子才结算
        if(pathLen &gt; maxLen){ maxLen = pathLen;
            for(int i=0;i&lt;maxLen;i++) maxPath[i]=path[i]; }
    }else{
        longestPath(node-&gt;lchild,  path, pathLen, maxPath, maxLen);
        longestPath(node-&gt;rchild, path, pathLen, maxPath, maxLen);
    }
}
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6143488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核心设计：pathLen 值传递——每层有自己的副本，从左子树递归回来自动恢复，不用手动回退；maxLen 引用——要被子层改写。两个要求'输出长度'与'打印结点值'都要做，漏一个丢分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最长路径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最长路径的递归：pathLen 怎么自动恢复（拿纸跟画）</a:t>
            </a:r>
            <a:endParaRPr lang="en-US" sz="2800" dirty="0"/>
          </a:p>
        </p:txBody>
      </p:sp>
      <p:pic>
        <p:nvPicPr>
          <p:cNvPr id="5" name="Image 0" descr="D:\Program Project\SpecialtyCourses\assets\diagrams\b4-tree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24048" y="2395728"/>
            <a:ext cx="594360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459028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用这棵 7 结点的树走：根1 左2 右3，2 的左4 右5，3 的左6 右7；三条根到叶路径 1-2-4、1-2-5、1-3-6、1-3-7 长度都是 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25170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递归到 4：path=[1,2,4]、pathLen=3，叶子结算 maxLen=3、maxPath 拷贝 [1,2,4]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591312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回到 2 这一层：pathLen 是值传递的副本，还是 2——自动恢复，不用写 pathLen--；递归进 5 时 path[2]=5 覆盖掉 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657453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若 maxLen 也是值传递，叶子处的更新出了那层就丢了——所以必须引用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7060692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'值传递自动恢复'正是C语言强化阶段引用与传参那一节的知识在真题里的直接应用；时间 O(n)、空间 O(树高)加两个 O(n) 数组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真题·2026·10分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建树 · 题面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题面与认结构：A[1..n] 下标从 1 起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720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题面（10分）：设一棵二叉树中结点的值互不相同，其先序序列和中序序列分别存于两个一维数组 A[1...n] 和 B[1...n] 中，试编写算法建立该二叉树的二叉链表。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6112" y="3244596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认结构①：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0000"/>
                </a:solidFill>
              </a:rPr>
              <a:t>下标从 1 起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——这是题目给的基准，与课程材料 0 起不同，四个边界全部按 1 起算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4020312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认结构②：'结点值互不相同'是能在中序里唯一定位根的前提——这个条件不说，算法就不成立，思想段要点一句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4796028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选模板：模板12 递归建树区间划分；四步——定根、中序定位 k、算 leftLen、切两段递归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5663184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先按暂停自己写，10 分的题给你四分钟；四个下标边界是最容易错一个的地方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建树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先序 1 2 4 5 3、中序 4 2 5 1 3：区间划分（拿纸跟画）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895448" y="2395728"/>
            <a:ext cx="106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95448" y="2395728"/>
            <a:ext cx="1066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95448" y="3099816"/>
            <a:ext cx="106680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962248" y="2395728"/>
            <a:ext cx="1066800" cy="704088"/>
          </a:xfrm>
          <a:prstGeom prst="rect">
            <a:avLst/>
          </a:prstGeom>
          <a:solidFill>
            <a:srgbClr val="FFF3C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62248" y="2395728"/>
            <a:ext cx="1066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62248" y="3099816"/>
            <a:ext cx="106680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048" y="2395728"/>
            <a:ext cx="106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048" y="2395728"/>
            <a:ext cx="1066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048" y="3099816"/>
            <a:ext cx="106680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95848" y="2395728"/>
            <a:ext cx="106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5848" y="2395728"/>
            <a:ext cx="1066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5848" y="3099816"/>
            <a:ext cx="106680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162648" y="2395728"/>
            <a:ext cx="106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62648" y="2395728"/>
            <a:ext cx="1066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62648" y="3099816"/>
            <a:ext cx="106680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29448" y="2395728"/>
            <a:ext cx="106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448" y="2395728"/>
            <a:ext cx="1066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448" y="3099816"/>
            <a:ext cx="106680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 flipV="1">
            <a:off x="4495648" y="2176272"/>
            <a:ext cx="0" cy="201168"/>
          </a:xfrm>
          <a:prstGeom prst="line">
            <a:avLst/>
          </a:prstGeom>
          <a:noFill/>
          <a:ln w="19050">
            <a:solidFill>
              <a:srgbClr val="1F4E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47008" y="19751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95448" y="3858768"/>
            <a:ext cx="106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5448" y="3858768"/>
            <a:ext cx="1066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95448" y="4562856"/>
            <a:ext cx="106680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962248" y="3858768"/>
            <a:ext cx="106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62248" y="3858768"/>
            <a:ext cx="1066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62248" y="4562856"/>
            <a:ext cx="106680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048" y="3858768"/>
            <a:ext cx="106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048" y="3858768"/>
            <a:ext cx="1066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048" y="4562856"/>
            <a:ext cx="106680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95848" y="3858768"/>
            <a:ext cx="106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5848" y="3858768"/>
            <a:ext cx="1066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95848" y="4562856"/>
            <a:ext cx="106680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162648" y="3858768"/>
            <a:ext cx="1066800" cy="704088"/>
          </a:xfrm>
          <a:prstGeom prst="rect">
            <a:avLst/>
          </a:prstGeom>
          <a:solidFill>
            <a:srgbClr val="FFF3C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62648" y="3858768"/>
            <a:ext cx="1066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62648" y="4562856"/>
            <a:ext cx="106680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229448" y="3858768"/>
            <a:ext cx="10668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448" y="3858768"/>
            <a:ext cx="1066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448" y="4562856"/>
            <a:ext cx="106680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96112" y="532180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① 根是先序第一个 A[1]=1；在中序里定位 k=4（B[4]=1）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96112" y="571652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② leftLen = k - inL = 4 - 1 = 3：左子树 3 个结点（中序 4 2 5），右子树 1 个（中序 3）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96112" y="637794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③ 切先序：左子树先序 A[2..4]=2 4 5，右子树先序 A[5..5]=3；递归建左右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96112" y="677265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④ 左子树里根是 2、中序定位后 2 的左是 4 右是 5——建出来正是上面那棵树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22960" y="7258812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上图是先序（高亮根）、下图是中序（高亮根的位置 k）；四个边界 preL/preR/inL/inR 随递归不断缩小，preL&gt;preR 时返回 NULL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建树 · 代码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完整代码：leftLen 是切两段的桥梁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BiTree Build(BiTree &amp;T, int A[], int B[], int preL, int preR, int inL, int inR){
    if(preL &gt; preR) return NULL;                 // 区间为空即空子树
    T = (BiTNode*)malloc(sizeof(BiTNode));
    T-&gt;data = A[preL];                           // 先序首元素是根
    int k = inL;
    while(B[k] != A[preL]) k++;                  // 中序定位根
    int leftLen = k - inL;                       // 左子树结点个数
    Build(T-&gt;lchild,  A,B, preL+1, preL+leftLen,   inL, k-1);
    Build(T-&gt;rchild, A,B, preL+leftLen+1, preR, k+1, inR);
    return T;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142220"/>
            <a:ext cx="10454335" cy="854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四个边界：左子树先序 preL+1 到 preL+leftLen、中序 inL 到 k-1；右子树先序 preL+leftLen+1 到 preR、中序 k+1 到 inR——最容易错一个，草稿上先画两个数组标边界再写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607033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复杂度：时间 O(n²)——每层定位根要在中序里扫一遍；空间 O(n) 递归栈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46505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加分思路一句：用哈希表存'中序值到下标'的映射，定位降到 O(1)、总体 O(n)——写进答案的思想段末尾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95120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分构成约：思想 2—3、代码 5—6、复杂度 1—2；边界写错一个，递归建出来的树就错半边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四题评分点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四道题最容易丢的分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54864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最容易丢的分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 判BST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prev 初值 -1 的假设没声明；prev 没用引用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 繁荣度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height 起点与题目层数定义不一致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 最长路径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5变体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输出长度与打印结点值只做了一个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建树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四个下标边界错一个；忘说'值互不相同'的前提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四题共同的采分习惯：把'携带的信息'写进思想段——判BST带prev、繁荣度带层号、最长路径带双数组、建树带四边界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5556504"/>
            <a:ext cx="10545775" cy="568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复杂度汇总：判BST O(n)/O(树高)；繁荣度 O(n)/O(n)；最长路径 O(n)/O(树高)+两数组；建树 O(n²)/O(n)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一题多解与汇总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一题多解：每题至少知道第二条路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判BST 另解：中序遍历存进数组再检查是否严格递增——空间 O(n)，思路更直白，考场上想不起 prev 引用版就写这个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3171444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繁荣度另解：递归按层统计——多传一个层号参数与一个每层计数数组，代码短但要多一个 O(层数) 数组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947160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最长路径另解：先求树高 h，再找'路径长度等于 h'的一条——两趟递归，不用双数组但要多写一个求高度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722876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建树另解：后序+中序（根在后序最后）、层序+中序（配合队列逐层定根）——定根位置变了，区间划分不变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590032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答题写一种即可；知道第二条路的价值是考场上第一条卡住时能换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小结：树题先问'携带什么信息'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四道题四个携带：prev 值（引用）、层号与层宽（last 结算）、path 与 maxPath（值传递自动恢复）、四个下标边界（leftLen 桥梁）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认题路径：树题 → 先问答案能否由左右子树拼出 → 能，模板5 三件套；不能，想携带什么 → 中序有序性用模板15、按层统计用模板6、序列建树用模板12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这四道题覆盖 2024—2026 三年的全部树题；树是七年真题第三大项（4 道），全部在这四道题的形态里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1道真题重写 ＋ 1组变式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真题重写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：2026 先序中序建树，计时 25 分钟，要求四个下标边界全对、思想段写出'值互不相同'的前提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6答28（中序加后序建树，改定根位置）、6答29（层序加中序建树，难一档）、6算21（输出长度等于 k 的所有路径）、6算20（繁茂度，繁荣度同族）、9算7（判 BST 另一版本）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4577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参考答案在本PPT最后两页，课后自行对照。下一节图真题：判拓扑、经过k的路径、长度k的路径、像素距离图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真题重写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建树参考答案（自行对照）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8291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8291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634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BiTree Build(BiTree &amp;T, int A[], int B[], int preL, int preR, int inL, int inR){
    if(preL &gt; preR) return NULL;
    T = (BiTNode*)malloc(sizeof(BiTNode));  T-&gt;data = A[preL];
    int k = inL;  while(B[k] != A[preL]) k++;
    int leftLen = k - inL;
    Build(T-&gt;lchild,  A,B, preL+1, preL+leftLen, inL, k-1);
    Build(T-&gt;rchild, A,B, preL+leftLen+1, preR, k+1, inR);
    return T;
}
// 调用：Build(T, A, B, 1, n, 1, n)   注意题目下标 1 起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79811"/>
            <a:ext cx="10545775" cy="60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三件套思想段：先序首元素为根、中序定位划分左右、leftLen 切先序、递归；复杂度 O(n²)/O(n)，哈希表可优化到 O(n)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6答28 中序+后序建树：定根改成后序最后一个 B[preR]；中序定位 k 与 leftLen 的算法不变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3171444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6答29 层序+中序建树：层序第一个是根；用队列逐层处理，每个结点在中序里定位后把左右子段的层序首元素入队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947160"/>
            <a:ext cx="10454335" cy="702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6算21 输出长度等于 k 的所有路径：模板5变体，path 数组加 pathLen，到叶子且 pathLen==k 时输出——与最长路径同一骨架改判定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722876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6算20 繁茂度：与繁荣度同族，结算式按题目定义改（如层号平方×结点数）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5174742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9算7 判BST：模板15；对照点——prev 引用、初值假设、严格递增用 &lt;=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718048"/>
            <a:ext cx="10545775" cy="339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建树类的变式只改'定根位置'与'序列切分'两处；路径类的变式只改'结算条件'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树真题</dc:title>
  <dc:subject>PptxGenJS Presentation</dc:subject>
  <dc:creator>牙膏学长</dc:creator>
  <cp:lastModifiedBy>牙膏学长</cp:lastModifiedBy>
  <cp:revision>1</cp:revision>
  <dcterms:created xsi:type="dcterms:W3CDTF">2026-09-30T01:53:17Z</dcterms:created>
  <dcterms:modified xsi:type="dcterms:W3CDTF">2026-09-30T01:53:17Z</dcterms:modified>
</cp:coreProperties>
</file>
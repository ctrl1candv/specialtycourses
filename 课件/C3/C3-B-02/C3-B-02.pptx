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 链表真题二：改动链的结构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三道题的共同动作：断链、改、接回（模板3）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2022 多项式分解（一条环链拆成两条）、2023 循环段倒置（局部区间逆置再接环，12分）、2020 双向循环改造（偶数位结点摘下来插到尾部）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共同动作是模板3 断链拼接：断之前记住接口，改完接回；比上一节'顺着链走'难一档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改指针的题一律先画改前改后两张图再写代码——C语言强化阶段练的'画图再写'在这里是保命动作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三道题空间全是 O(1)：改结构不等于新建结点，'利用原结点空间'是这类题的默认约束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 多项式分解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题面与'利用原结点空间'这个约束（先按暂停自己写）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题面：设计一个算法，将一个用循环链表表示的稀疏多项式分解成两个多项式，使这两个多项式中各自仅含奇次项或偶次项，并要求利用原链表中的结点空间构成这两个链表。结点定义题目已给：typedef struct PolyNode{ float coef; int exp; struct PolyNode *next; }PolyNode;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739896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认结构①：循环链表（终止条件 p != L，不是 p != NULL）；结点两个域——系数 coef、指数 exp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439412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认结构②：'利用原结点空间'意味着数据结点不许新 malloc，只能新建两个头结点——违反这条直接扣思想分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13892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认结构③：判断依据是 exp 的奇偶，不是 coef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44134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先按暂停自己写；这道题材料没有解答，课程给的补写版已按真题原文核对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 多项式分解 · 改条件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拆表加头插：只新建两个头结点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SplitPoly(PolyNode *L, PolyNode *&amp;odd, PolyNode *&amp;even){
    odd=(PolyNode*)malloc(sizeof(PolyNode));  odd-&gt;next=odd;   // 两个新头结点各自成环
    even=(PolyNode*)malloc(sizeof(PolyNode)); even-&gt;next=even;
    PolyNode *p=L-&gt;next, *temp;
    while(p != L){                          // 循环链表终止：回到头结点
        temp = p-&gt;next;                     // 先存后继
        if(p-&gt;exp % 2 == 0){ p-&gt;next=even-&gt;next; even-&gt;next=p; }
        else               { p-&gt;next=odd-&gt;next;  odd-&gt;next=p;  }
        p = temp;
    }
    free(L);                                // 原头结点已无用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选模板：拆表加头插（模板1 的变体）；改条件两处——判断依据换成 exp 奇偶、摘结点前先存后继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223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头插会反序：题目没明确要求保持原顺序，两种都给分；若要求保序改尾插并维护两个 rear，答题时说明一句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085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 每结点处理一次；空间 O(1) 只新建两个头结点——这个 O(1) 正是'利用原空间'的体现，写进答案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真题·2023·12分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循环段倒置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题面与认结构：第 i 到第 m 个结点构成环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题面（12分）：已知 L 为链表的头结点地址，表中共有 m（m&gt;3）个结点，从表中第 i（1&lt;i&lt;m）个结点起到第 m 个结点构成一个循环部分链表。试设计一个时间复杂度为 O(n) 的算法 PattemInvertL(LinkList L, int i, int m)，将这部分循环链表中所有结点顺序完全倒置。给出算法思想和代码。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739896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认结构①：L 是头结点，第 1 到 i-1 个是普通链，第 i 到 m 个结点首尾成环（am 的 next 指回 ai）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439412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认结构②：函数签名题目给死了 PattemInvertL(LinkList L, int i, int m)，照抄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13892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认结构③：'时间 O(n)'排除了重新建结点的做法——只能改指针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44134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先按暂停自己写，这是七年真题里分值最高的链表题之一；给你三分钟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循环段倒置 · 四步法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定位、局部头插、接环：模板1 用在区间上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选模板：模板1 头插法，但只在局部区间上用；配模板3 的'记住接口'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改条件①：先走 i-1 步定位到区间前驱 head——头插的目标是 head-&gt;next 而不是 L-&gt;next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改条件②：循环次数是 m-i+1 次（j 从 i-1 数到 m-1）；p 与 rear 都从第 i 个结点出发，rear 记住区间起点——它倒置后变成尾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改条件③：循环结束后接环一句 rear-&gt;next = head-&gt;next，把新的尾接回新的头，环才恢复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三处改动全部来自题面条件：'第 i 个起'→定位；'循环部分链表'→接环；'完全倒置'→头插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循环段倒置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m=6、i=3：环 a3→a4→a5→a6→a3 的倒置（拿纸跟画）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666848" y="2395728"/>
            <a:ext cx="17145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983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6848" y="2395728"/>
            <a:ext cx="10629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29838" y="2395728"/>
            <a:ext cx="6515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1348" y="2395728"/>
            <a:ext cx="17145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433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1348" y="2395728"/>
            <a:ext cx="10629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4338" y="2395728"/>
            <a:ext cx="6515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2395728"/>
            <a:ext cx="17145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883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0629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58838" y="2395728"/>
            <a:ext cx="6515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0348" y="2395728"/>
            <a:ext cx="17145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73338" y="2395728"/>
            <a:ext cx="0" cy="713232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0348" y="2395728"/>
            <a:ext cx="106299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73338" y="2395728"/>
            <a:ext cx="6515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37673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定位：head 走 i-1=2 步停在 a2（区间前驱）；p = rear = head-&gt;next = a3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42874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头插 4 次（m-i+1）：每次摘 p 插到 head 后面；4 次之后 head 后依次是 a6→a5→a4→a3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50901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接环：rear 还是 a3（倒置后它成了尾），rear-&gt;next = head-&gt;next 即 a3-&gt;next = a6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57515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结果环：a6→a5→a4→a3→a6，与原来的 a3→a4→a5→a6→a3 方向完全相反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62377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整个过程没有新建结点、没有断链丢失：head 始终是锚点，rear 始终是接口——这就是'记住接口'的价值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循环段倒置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完整代码与边界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PattemInvertL(LinkList L, int i, int m){
    if(L == NULL || i &lt;= 1 || i &gt;= m) return;    // 边界：i 的合法范围 1&lt;i&lt;m
    LNode *head = L;  int j = 0;
    while(j &lt; i - 1){ head = head-&gt;next; j++; }  // 定位区间前驱
    LNode *p = head-&gt;next, *rear = head-&gt;next, *temp;
    while(j &lt; m){                                // 头插 m-i+1 次
        temp = p;  p = p-&gt;next;
        temp-&gt;next = head-&gt;next;  head-&gt;next = temp;
        j++;
    }
    rear-&gt;next = head-&gt;next;                     // 接环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边界：L 为 NULL、i&lt;=1（区间从第一个数据结点起就没有'前驱'可锚）、i&gt;=m（区间不足两个结点）直接返回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890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复杂度：O(m) 定位与头插各走一趟，满足题目 O(n) 要求；空间 O(1)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38379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最容易丢的分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：接环那句 rear-&gt;next = head-&gt;next——漏了整个链就断了；其次是循环次数边界（j 从 i-1 数到 m-1）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71366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分构成约：思想 3、代码 7、复杂度 2；思想段的采分点是'头插法在局部区间上用+最后接环'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双向循环改造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题面与目标序列：奇数位在前，偶数位逆序在后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题面：将带头结点的双向循环链表 L=(a1,a2,a3,...,an) 改造为 L=(a1,a3,...,an,...,a4,a2)。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28269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认结构①：带头结点的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双向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循环链表——每个结点 prior 与 next 两个指针，改一次结构要动四条指针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0965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认结构②：目标序列读法——奇数位按原序在前，偶数位按原序的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逆序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在后（...a4,a2）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03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认结构③：head-&gt;prior 就是尾结点（双向循环链表的性质），它是插入锚点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4726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先按暂停自己写；提示：偶数位结点依次摘下来插到尾部，后插的离尾结点近，自然形成偶数位逆序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双向循环改造 · 思路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每轮摘一个偶数位结点插到尾部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选模板：模板3 断链拼接（摘、移、插）；p 从 a1 开始，每轮 q = p-&gt;next 是偶数位结点，摘下来插到 rear 之后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rear = head-&gt;prior 是原尾结点 an，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</a:rPr>
              <a:t>全程固定不动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：每轮把 q 插在 an 与'上一个已插结点'之间，后插的离 an 近，偶数位自然逆序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p 跳到 q 原来的下一个（temp）继续；终止条件 p != rear 且 p-&gt;next != rear——p 走到尾或 q 已经是尾就停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n&lt;3 时不用改造（没有偶数位可移），开头的 if 一次拦三种情况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26618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n=6 验证：三轮摘 a2、a4 插尾，得 a1,a3,a5,a6,a4,a2——奇数位原序在前、偶数位逆序在后，正是目标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双向循环改造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四条指针逐条走：先摘干净，再接到尾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transformList(DLinkList &amp;head){
    if(head==NULL || head-&gt;next==head || head-&gt;next-&gt;next==head) return;
    DNode *rear = head-&gt;prior, *p = head-&gt;next, *q, *temp;
    while(p != rear &amp;&amp; p-&gt;next != rear){
        q = p-&gt;next;  temp = q-&gt;next;
        p-&gt;next = temp;  temp-&gt;prior = p;          // ①② 把 q 摘干净
        q-&gt;next = rear-&gt;next;  q-&gt;prior = rear;    // ③ q 认 rear 做前驱
        rear-&gt;next-&gt;prior = q;  rear-&gt;next = q;    // ④ 头结点与 q 互指
        p = temp;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四条指针两组：①②摘（p 与 temp 互接，q 脱离原位置）；③④插（q 接到 rear 后，rear-&gt;next 是头结点，所以④里改的是头结点的 prior）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8036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次序原则与双链表插入同一条：先把外部接好，最后动接口处——漏任何一条，环就断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1983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复杂度：时间 O(n) 每个偶数位结点处理一次；空间 O(1)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684508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材料原文类型名写 LinkList 但用了 prior 字段，按双向链表理解（课件写 DLinkList/DNode）；答题时抄题目给的类型名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三题评分点对比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三道题最容易丢的分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5943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最容易丢的分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2022 多项式分解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 malloc 了数据结点，违反'利用原结点空间'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2023 循环段倒置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漏接环那句 rear-&gt;next=head-&gt;next，链断了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2020 双向循环改造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四条指针漏一条，环断了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三题的共同丢分模式：改结构的题，'接口'没记住或没接回——所以先画改前改后两张图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777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三题空间全是 O(1)，复杂度段写 O(1) 并给理由'只改指针不新建数据结点'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34009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改结构类真题的通用检查动作：写完代码问一句'有没有哪个结点没有人指向它了'——有就是漏了一句赋值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三道题全是模板3 家族：多项式分解是'拆'（一条环链拆两条）、循环段倒置是'局部逆+接环'、双向改造是'摘+插尾'；共同保命动作是断链前记住接口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真题重写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：2023 循环段倒置，计时 25 分钟，按三件套书写，接环那句写完自己检查一遍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2算42（多项式分解原题）、2算41（多项式求导，同样拆表+利用原空间）、2算31（一遍遍历填 prior 改双向循环）、2算27（单链表交集且利用 A 的空间）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参考答案在本PPT最后两页，课后自行对照。下一节树真题：判BST、繁荣度、最长路径、建树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真题重写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循环段倒置参考答案（自行对照）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PattemInvertL(LinkList L, int i, int m){
    if(L==NULL || i&lt;=1 || i&gt;=m) return;
    LNode *head=L;  int j=0;
    while(j &lt; i-1){ head=head-&gt;next; j++; }
    LNode *p=head-&gt;next, *rear=head-&gt;next, *temp;
    while(j &lt; m){ temp=p; p=p-&gt;next;
        temp-&gt;next=head-&gt;next; head-&gt;next=temp; j++; }
    rear-&gt;next=head-&gt;next;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思想段：定位区间前驱 head，对区间内 m-i+1 个结点逐个摘下单插到 head 之后（头插天然反序），rear 记住区间起点（倒置后为尾），最后接环；O(m)/O(1)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2算42 多项式分解：与课上 SplitPoly 同法；对照点——判断依据、只建两个头结点、原头结点 free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2算41 多项式求导：遍历中改 coef=coef*exp、exp=exp-1，exp 变 0 的项摘除并 free——拆表变删除，仍是模板4 前驱跟随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2算31 一遍遍历填 prior：p 走一趟，p-&gt;next-&gt;prior = p，最后把头结点的 prior 接到尾、尾的 next 接头——四条指针里补两条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2算27 交集且利用 A 的空间：双指针同步走（两表都递增），相等就保留在 A、不等就删；B 的结点全部 free——模板4 的条件删除变体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9003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识别要点：'利用原空间'一律想到只建头结点+摘结点；'改造/重排'一律先画改前改后两张图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链表真题二：改动链的结构</dc:title>
  <dc:subject>PptxGenJS Presentation</dc:subject>
  <dc:creator>牙膏学长</dc:creator>
  <cp:lastModifiedBy>牙膏学长</cp:lastModifiedBy>
  <cp:revision>1</cp:revision>
  <dcterms:created xsi:type="dcterms:W3CDTF">2026-09-30T01:48:10Z</dcterms:created>
  <dcterms:modified xsi:type="dcterms:W3CDTF">2026-09-30T01:48:10Z</dcterms:modified>
</cp:coreProperties>
</file>
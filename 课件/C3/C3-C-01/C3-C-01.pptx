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数据结构题型实战阶段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第8节 冲刺总结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阶段：题型实战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这一节不教新东西，只把学过的接成一张图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三件事：把 15 个模板汇成一棵决策树、把七类高频错误列成清单、把考场策略说清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顺序：决策树三问 → 易错七条 → 阅读题技巧回顾 → 17 题回顾表 → 考场时间与书写格式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这一页表考前还要再看一遍：考前看决策树与回顾表，比刷新题有用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428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决策树的目标：拿到任何一道算法题，30 秒内报出模板编号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决策树 · 第一问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第一问：什么结构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候选模板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头插、2 快慢指针、3 断链拼接、4 条件删除、14 辅助栈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双链表 / 循环链表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断链拼接、11 循环模拟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二叉树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递归三件套、6 层序分层、12 建树、15 中序加prev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 DFS回溯、8 BFS分层、13 入度表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 折半改判定、10 归并加计数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4807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结构定了候选范围：15 张卡一下子缩到两三张；认结构同时把字段名、头结点、下标起点圈出来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决策树 · 第二问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第二问：做什么操作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走一遍并统计（求高度、宽度、计数）→ 模板 5、6、8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改结构（插入、删除、重排、逆置）→ 模板 1、3、4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找一个位置或值（中点、倒数第k、峰值）→ 模板 2、9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验证或排序序列（拓扑序列、判环）→ 模板 13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27939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倒着处理（回文、后序）→ 模板 14；带路径约束（经过某点、长度k）→ 模板 7 加参数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18464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操作定了模板类型：统计想遍历携带、改结构想断链拼接、找位置想夹逼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决策树 · 第三问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第三问：有什么约束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'原地 / 空间 O(1)'→ 排除辅助数组解法，想改指针（头插、双指针）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'时间尽可能低'→ 排除 O(n²)：n 大想折半 O(logn) 或归并 O(nlogn)，网格距离想多源 BFS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'利用原结点空间'→ 不许新 malloc 数据结点，只建头结点，摘结点重新接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513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'经过某点 / 长度为 k'→ 模板 7 加参数：拆段或带 depth，盯住 visited 复位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0566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约束定了要改模板的哪一处——把题目条件逐条翻译成改动点，条件数完改动就齐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决策树 · 完整版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三问走完：15 个模板全部挂上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50292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代表真题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1/2/3/4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头插、快慢指针、断链拼接、条件删除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2023倒置、2025倒数k、408重排、2021三问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5/6/12/15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递归三件套、层序分层、建树、中序prev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2025最长路径、2024繁荣度、2026建树、2024判BST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7/8/13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DFS回溯、BFS分层、入度表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2025/2024路径、2023像素、2026判拓扑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9/10/11/14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折半改判定、归并计数、循环模拟、辅助栈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2021双调、2020逆序对、2026约瑟夫、判回文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用法：三问报出编号 → 四步法落地（认结构、选模板、改条件、补边界）→ 三件套书写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527075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张卡覆盖 2020—2026 全部 17 道算法大题；这张表与第2节的决策表是同一张，考前只看这一页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易错清单 · 前四条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高频易错七条（上）：每条都出过真题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① 下标基准写错：排序章节 data[0] 是哨兵数据 1 起、查找返回位序 mid+1——例：折半返回 mid 而不是 mid+1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3095244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② 忘判空：malloc 后不判、递归前不判、访问 p-&gt;next 前不判 p——例：非递归后序遍历缺 T==NULL 判断，空树直接崩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794760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③ visited 忘复位：路径搜索不回溯、多次调用不清全局数组、两段搜索之间不复位——例：2025 经过k的路径，两段之间必须全部清零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④ malloc 忘 free 或 free 后不置 NULL：销毁链表只 free 头结点是泄漏、先 free 再取值是读废内存——例：DestroyList 必须先存后继再 free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28523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四条的自查方式一样：写完代码把每个指针的'生老病死'过一遍——哪里生（malloc）、哪里死（free）、死了之后有没有人还指着它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易错清单 · 后三条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高频易错七条（下）：递归与复杂度的坑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⑤ k 与 n 的合法性：倒数第 k 里 k 超过表长、长度 k 的路径里 k 超过 vexnum-1、约瑟夫环里 m 或 s 超范围——题目的'否则返回0'分支就是分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5524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⑥ 递归漏终止条件或漏进度保证：无限递归、区间不缩小——例：平均值划分遇到全相等输入死递归，修正靠'区间必须真的变小'两个保护条件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3662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⑦ 复杂度只给结论不给理由：写'O(nlogn)'三个字拿不全分——正确写法是一句结论加一句依据，如'每层合并 O(n)、共 logn 层'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715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⑥ 的自查问句：递归每一层，规模真的变小了吗？——变小才有终止，这是所有递归的通用检查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阅读题回顾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程序阅读题：三类考法与填空技巧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三类考法：挖空补全（最多，四步：猜功能、标变量、按位置定候选、回代验证）、片段排序（三步：入口在前、依赖排序、输出在后）、功能与复杂度（结论加理由）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填空四类高频空：循环边界（i&lt;n 还是 i&lt;=n）、指针移动（next 还是 prior）、递归参数（怎么缩小）、返回条件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第一步永远是认结构：三年 9 道阅读题考的全是学过的结构代码，读懂题目给的定义，空就好填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分 4—5 小题形式固定；考前把三年 9 道阅读题按套路再走一遍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17题回顾表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2020—2026 全部 17 道算法大题（考前看这一页）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2026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（3题30分）：约瑟夫环·循环单链表·模板11·8分；先序中序建树·二叉树·模板12·10分；判拓扑序列·邻接表·模板13·12分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30571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2025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：倒数第k·单链表·模板2（另解14）；最长路径·二叉树·模板5变体；经过k的路径·邻接表·模板7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4518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2024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：判BST·二叉树·模板15；长度k的路径·邻接表·模板7；繁荣度·二叉树·模板6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465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2023—2022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：循环段倒置·单链表·模板1/3·12分；像素距离图·二维数组·模板8多源；多项式分解·循环链表·模板1；最小半径生成树·图·选讲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50799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2021—2020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：双调序列·数组·模板9；有序链表三问·单链表·模板1/4；双向循环改造·双链表·模板3；逆序对·数组·模板10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260848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分值只标材料明确给出的（2026 三题与 2023 循环段），其余以当年真题为准；链表 6 题、图 5 题、树 4 题、查找 1 题、排序 1 题——前三章占 88%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考场策略 · 时间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考场时间分配：30 分算法题给多少分钟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 专业课 150 分 180 分钟；算法分析题 30 分建议给 45—55 分钟，每题 15—18 分钟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每题 15—18 分钟的内部分配：3 分钟审题加认结构、8 分钟写代码、2 分钟补边界与复杂度、留 2—3 分钟检查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程序阅读题 20 分给 20—25 分钟；剩下的时间给填空与综合应用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卡壳策略：一道题 8 分钟写不出完整代码，先把思想段写满（能救 2—3 分），跳下一道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草稿纸用法：先画结构图再写代码——改指针的题画改前改后两张图，照着图写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考场策略 · 书写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答题书写格式：三件套的排版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三段各标小标题：算法思想、算法代码、复杂度分析——阅卷按段给分，标题就是路标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开头写一句结构声明：'设链表带头结点，数据从 L-&gt;next 起'或'设数组下标从 1 起，data[0] 作哨兵'——把你的约定亮出来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代码写伪代码即可，但结构体定义、函数签名、边界判断必须完整；字段名抄题目给的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513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复杂度一句结论加一句理由；思想段把'携带什么信息、改了模板哪几处'写出来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7137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卷面就是印象分：分段清楚、声明在前、结论带理由，同样的代码多拿 1—2 分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全课程收官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从C语言到真题：整门课程串一遍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C语言阶段给了你语法与内存模型：指针、结构体、动态内存、引用传参——读懂与写出伪代码的工具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171444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数据结构基础阶段给了你每个结构的定义与基本操作：线性表、栈队、串、树、图——算法的载体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623310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数据结构强化阶段给了你 15 个经典算法与模板卡：每个算法五步讲透——考场上要默写的就是这些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399026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题型实战阶段：前两节把模板变成可背骨架与决策表，中间五节用 17 道真题练四步法，这一节汇成一张图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266182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课程到此收官。剩下的事只有一件：把 15 张卡背到能默写、把 17 道真题每道重写一遍——考场上没有新题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限时训练：90 分钟三道真题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限时训练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：2026 年三道真题（约瑟夫环 8 分、建树 10 分、判拓扑 12 分，共 30 分）在 90 分钟内完成——正好是 802 算法分析题的分值与建议用时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按三件套格式书写：结构声明、思想、代码、复杂度带理由；写完对照答案页自评，把丢分的步骤记下来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自评三问：模板报对了吗、条件改全了吗、边界补上了吗——丢分归到哪一类，就回哪一节重看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参考答案在本PPT最后两页，课后自行对照；这是全课程的最后一次作业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限时训练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三题答案索引（自行对照）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约瑟夫环（8分）：完整代码与三件套见第3节答案页；自查点——不带头结点的声明、定位到 s、O(nm) 理由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先序中序建树（10分）：完整代码与三件套见第5节答案页；自查点——下标 1 起、四个边界、'值互不相同'前提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判拓扑序列（12分）：完整代码与三件套见第6节答案页；自查点——按序模拟不真排序、O(V+E) 理由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分钟三题的合格线：每题三件套齐全、模板选对；优秀线：边界分支完整、复杂度有理由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自评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自评三问的对照（自行对照）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模板报错 → 回第1、2节的骨架页与决策表，把题面特征与模板重新对一遍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条件改漏 → 回第3—7节对应真题的'改条件'页，数题目条件与代码改动是否一一对应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边界没补 → 对照易错七条，逐条过：下标、判空、复位、free、k 合法性、递归进度、复杂度理由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428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把三次限时训练的丢分记在同一张纸上——考前就看这张纸，不看别的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冲刺总结课</dc:title>
  <dc:subject>PptxGenJS Presentation</dc:subject>
  <dc:creator>牙膏学长</dc:creator>
  <cp:lastModifiedBy>牙膏学长</cp:lastModifiedBy>
  <cp:revision>1</cp:revision>
  <dcterms:created xsi:type="dcterms:W3CDTF">2026-09-30T01:52:14Z</dcterms:created>
  <dcterms:modified xsi:type="dcterms:W3CDTF">2026-09-30T01:52:14Z</dcterms:modified>
</cp:coreProperties>
</file>
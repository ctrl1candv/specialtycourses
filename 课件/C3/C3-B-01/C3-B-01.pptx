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数据结构题型实战阶段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第3节 链表真题一：顺着链走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阶段：题型实战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本节导引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三道题的共同点：顺着链走，不改链的结构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2025 倒数第 k（走一趟找位置）、2021 有序链表三问（走一趟做三件事）、2026 约瑟夫环（绕环走并摘结点）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难度递增：倒数第 k 一个动作 → 三问三个动作共享一次遍历 → 约瑟夫环建环、定位、报数、摘结点四个动作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每道题固定四步：认结构、选模板、改条件、补边界；讲评重点是改了哪几处与最容易丢哪一分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链表是七年真题的第一大项（6 道）；这三道全部建立在'走链'与'摘结点'两个基本动作上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倒数第k · 题面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题面与认结构（先按暂停自己写）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45775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题面：给定一个单链表，找到倒数第 k 个元素。如果找到该元素，打印该元素的值并返回 1，否则返回 0。结点定义题目已给：typedef struct node{ int data; struct node *next; }LNode, *LinkList;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6112" y="362559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认结构①：字段名 data、next 与课程材料一致，直接用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096512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认结构②：题目没说有头结点——按带头结点写（p、q 都从 L 出发）仍然正确，因为两个指针的差值关系与头结点无关；答题开头声明一句'设带头结点'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9103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认结构③：要求'找到打印并返回1，否则返回0'，返回值语义题目定死了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5472684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先按暂停，自己按四步写一遍再往下听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倒数第k · 选模板改条件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模板2 快慢指针，改两处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900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900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9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findK(LinkList L, int k){
    LNode *p = L, *q = L;                       // 都从头结点出发
    while(k != 0 &amp;&amp; q != NULL){ q = q-&gt;next; k--; }   // q 先走 k 步
    if(q == NULL) return 0;                     // 改动②：k 超过表长
    while(q != NULL){ q = q-&gt;next; p = p-&gt;next; }     // 同步走
    printf("%d", p-&gt;data);                      // 改动①：找到要打印
    return 1;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585899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选模板：倒数第 k——模板2 快慢指针，q 先走 k 步再同步，q 到表尾时 p 恰好落后 k 个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980615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改条件①：题目要求'找到就打印'，返回前加 printf；改条件②：'否则返回0'，q 先走 k 步的过程中变 NULL 就是 k 超表长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642031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p、q 都从 L（头结点）出发是关键：头结点算一个位置，正好抵消掉，p 停下的位置就是倒数第 k 个数据结点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394887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算法原理（差值关系为什么成立）见数据结构强化阶段第1节，这里不重推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倒数第k · 评分点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边界、复杂度与最容易丢的分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边界：k 超过表长返回 0（q 先走时变 NULL）；空表 L-&gt;next==NULL 时 q 第一步就变 NULL，同样走返回 0 分支；k 按题意是正整数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复杂度：时间 O(n) 只走一趟，空间 O(1) 两个指针——各配一句理由写进答案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最容易丢的分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：k 超过表长返回 0 这个分支，很多人只写主流程，边界分支整段没有，代码分扣 1—2 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一题多解：辅助栈法（模板14）全部压栈弹 k 次，空间 O(n)；要'输出倒数 k 个全部元素'时栈更自然。答题写一种即可，学有余力注一句'另解辅助栈'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2021 有序链表 · 题面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一道题三问，共享'表有序'这个条件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45775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题面：一个正整数序列组成的有序单链表，针对以下三个问题设计时间和空间复杂度最小的算法：① 确定序列中比正整数 x 大的数有几个（相同数值只计一次）；② 将比 x 小的数按递减次序排列；③ 将比 x 大的正偶数从链表中删除。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6112" y="362559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认结构：带头结点的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有序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单链表、正整数——'有序'是三问共用的关键条件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0965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第一问用有序：值相同的结点必然相邻，'只计一次'只要跟上一个计入值比较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5674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第二问用有序：比 x 小的一段必然从表头开始连续分布，找到这段的尾就找到了断点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5129784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先按暂停自己写三问；三问共约 12 分，第二问占一半以上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2021 第一问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 x 大的数有几个：before 记住上一个计入值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35988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35988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140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biggerCount(LinkList L, int x){
    int before = -1, count = 0;
    LNode *p = L-&gt;next;
    while(p != NULL){
        int value = p-&gt;data;
        if(value &gt; x &amp;&amp; value != before){ count++; before = value; }
        p = p-&gt;next;
    }
    return count;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95678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选模板：顺着走并统计，一趟遍历；改条件就一处——'相同值只计一次'翻译成 value != before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35149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before 的作用：表有序，相同值相邻，只要当前值不等于上一个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计入过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的值才计数并更新 before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746212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为什么不用 visited 数组：值域没给范围，而且有序性已经保证相同值相邻，一个变量就够——这就是'时间空间最小'的答案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499068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 O(n) 一趟，空间 O(1)；这一问约 3 分，是送分的，别在'只计一次'上丢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2021 第二问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 x 小的按递减排列：断链、头插、接回（本节最难）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35988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35988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140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reverseSmaller(LinkList &amp;L, int x){
    if(L==NULL || L-&gt;next==NULL || L-&gt;next-&gt;data&gt;=x) return;
    LNode *p = L;
    while(p-&gt;next!=NULL &amp;&amp; p-&gt;next-&gt;data&lt;x) p=p-&gt;next;  // 找最后一个比x小的
    LNode *q=p-&gt;next, *rear=L-&gt;next, *temp;
    p-&gt;next=NULL;  p=rear-&gt;next;              // 断链；rear 是原第一个
    while(p!=NULL){ temp=p; p=p-&gt;next;
        temp-&gt;next=L-&gt;next; L-&gt;next=temp; }   // 头插逆置
    rear-&gt;next=q;                             // 原第一个成了尾，接回剩余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95678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三步就是模板3 断链拼接：找到比 x 小那段的尾 p、断链、把这段头插逆置、接回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35149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rear 记住原第一个结点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是本题的题眼：逆置后它变成这一段的尾，接回时靠它；不记住就要重新找尾，空间或时间就超了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601291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开头的 if 是边界：空表、单结点、第一个就大于等于 x（没有比 x 小的段）都直接返回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499068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 O(n) 两趟（找尾一趟、逆置一趟），空间 O(1)；这一问约 6 分，三问里最难，断链前记住接口是通用动作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2021 第三问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删除比 x 大的正偶数：模板4 条件删除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35988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35988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140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removeBiggerEven(LinkList &amp;L, int x){
    LNode *p = L, *temp;
    while(p-&gt;next != NULL){
        int value = p-&gt;next-&gt;data;
        if(value &gt; x &amp;&amp; value % 2 == 0){
            temp = p-&gt;next;
            p-&gt;next = temp-&gt;next;  free(temp);
        }else p = p-&gt;next;      // 只有不删除时才移动 p
    }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95678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选模板：模板4 条件删除前驱跟随；改条件一处——判断换成 value&gt;x 且 value%2==0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35149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这个写法让 p 直接当前驱（检查的是 p-&gt;next），删除后 p 不动，下一个待检查结点自然紧跟 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74621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材料解答里那句注释值得背：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只有不删除下一个元素的时候才移动 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232368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 O(n)，空间 O(1)；先 free 再取值是经典错，顺序永远是取值、改指针、再 free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2021 三问 · 评分点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三问的评分点：为什么第二问最难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017520"/>
                <a:gridCol w="45720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问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最容易丢的分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① 计数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一趟遍历+before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相同值只计一次没翻译成 value!=before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② 递减重排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模板3 断链拼接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断链前没记住 rear，接不回去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③ 条件删除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模板4 前驱跟随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删除后还移动 p，跳过下一个结点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306824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三问共约 12 分：第一问约 3、第二问约 6、第三问约 3——第二问同时要做断链、逆置、接回三个动作，占一半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96112" y="5082540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答题策略：三问独立给分，第二问写不完也先把第一、三问写满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5625846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三问共享'有序'条件的认识写进思想段，是思想分的采分点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真题·2026·8分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约瑟夫环 · 题面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题面与认结构：这道题不带头结点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45775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题面（8分）：有 n 个人围成一个圈，编号 1~n。从第 s 个人开始报数，数到 m 的人出列，出列后的下一个人继续从 1 开始报数，重复直到圈中剩下最后一个人，返回其编号。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6112" y="362559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认结构：循环单链表模拟，模板11；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题目没有头结点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——head 直接存 1 号，与课程默认'带头结点'不同，答题开头声明'不设头结点，首结点即 1 号'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439412"/>
            <a:ext cx="10454335" cy="1083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改条件三处：① 建环时 data 存编号 1~n；② 报数起点是第 s 个不是第 1 个，建完环先定位到 s 且 pre 跟随；③ 数到 m 出列，内层走 m-1 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5687568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先按暂停自己写；四步法里'认结构'这一步在这道题上就是 2 分的思想分来源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约瑟夫环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n=5、s=1、m=3：建环、定位、报数（拿纸跟画）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09648" y="2395728"/>
            <a:ext cx="1554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73425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09648" y="2395728"/>
            <a:ext cx="96377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73425" y="2395728"/>
            <a:ext cx="59070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64128" y="2395728"/>
            <a:ext cx="1554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27905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4128" y="2395728"/>
            <a:ext cx="96377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27905" y="2395728"/>
            <a:ext cx="59070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18608" y="2395728"/>
            <a:ext cx="1554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82385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18608" y="2395728"/>
            <a:ext cx="96377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82385" y="2395728"/>
            <a:ext cx="59070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73088" y="2395728"/>
            <a:ext cx="1554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36865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3088" y="2395728"/>
            <a:ext cx="96377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36865" y="2395728"/>
            <a:ext cx="59070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27568" y="2395728"/>
            <a:ext cx="1554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91345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27568" y="2395728"/>
            <a:ext cx="96377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91345" y="2395728"/>
            <a:ext cx="59070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12" y="376732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① 建环：1 号当 head，依次接 2~5 号，最后 r-&gt;next=head 成环；pre 初始指 r（尾结点）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6112" y="442874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② 定位：s=1，p 已经在 1 号，不用走；若 s=3 则 p 走两步、pre 跟随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" y="482346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③ 报数出列：从 1 报起，数到 3 是 3 号出列（pre-&gt;next 跨过、free、p 重取）；再从 4 号报 1，数到 3 是 1 号出列……直到 p-&gt;next==p 只剩一个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96112" y="548487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只剩一个的判定 p-&gt;next==p：自己指向自己；n=5、m=3 最后剩 4 号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597103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 必须全程跟随：摘结点必须知道前驱；报数 m-1 步与摘除是内循环+三句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约瑟夫环 · 完整代码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完整代码、边界与复杂度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9162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9162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696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Josephus(int n, int s, int m){
    LNode *head=(LNode*)malloc(sizeof(LNode)); head-&gt;data=1; LNode *r=head;
    for(int i=2;i&lt;=n;i++){ LNode *p=(LNode*)malloc(sizeof(LNode));
        p-&gt;data=i; r-&gt;next=p; r=p; }
    r-&gt;next=head;                                    // 成环
    LNode *p=head, *pre=r;
    while(p-&gt;data!=s){ pre=p; p=p-&gt;next; }             // 定位第 s 个
    while(p-&gt;next!=p){                                 // 只剩一个时停
        for(int i=1;i&lt;m;i++){ pre=p; p=p-&gt;next; }      // 报 m-1 步
        pre-&gt;next=p-&gt;next; free(p); p=pre-&gt;next;       // 摘除
    }
    return p-&gt;data;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51310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边界：m=1 时内循环不走、每轮直接摘当前结点；s 按题意在 1~n 内，若可能超范围可走 (s-1)%n 步（加分处理，不写不扣分）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617451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复杂度：时间 O(nm)——n 个人各出列一次、每次报数走 m 步；空间 O(n)——建了 n 个结点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6569232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最容易丢的分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：'从第 s 个开始'这个条件，很多人默认从 1 号开始报；其次是复杂度写不出 O(nm) 的理由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322088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分构成约：思想 2、代码 4—5、复杂度 1—2；出列后 free 是代码分的细节采分点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本节小结与课后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小结与课后任务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三道题一个共同动作：走链。倒数第 k 用差值、三问用有序、约瑟夫环用环——认结构时把'有序/环/无头结点'这些条件圈出来，它们就是改条件的清单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真题重写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：2026 约瑟夫环，计时 20 分钟，按三件套书写（含结构声明那一句）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变式题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：题集勾画 2算6（倒数第 k 原题对照自己的写法）、2算30（无头指针循环链表删前驱）、2算37（双向循环链表奇偶重排，下一节预热）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参考答案在本PPT最后两页，课后自行对照。下一节链表真题二：改动链的结构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真题重写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约瑟夫环参考答案（自行对照）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898427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898427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6789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Josephus(int n, int s, int m){
    LNode *head=(LNode*)malloc(sizeof(LNode)); head-&gt;data=1;
    LNode *r=head;
    for(int i=2;i&lt;=n;i++){ LNode *p=(LNode*)malloc(sizeof(LNode));
        p-&gt;data=i; r-&gt;next=p; r=p; }
    r-&gt;next=head;  LNode *p=head, *pre=r;
    while(p-&gt;data!=s){ pre=p; p=p-&gt;next; }
    while(p-&gt;next!=p){
        for(int i=1;i&lt;m;i++){ pre=p; p=p-&gt;next; }
        pre-&gt;next=p-&gt;next; free(p); p=pre-&gt;next; }
    return p-&gt;data;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5495323"/>
            <a:ext cx="10545775" cy="568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三件套书写：思想段写'循环单链表模拟，不带头结点，定位到 s 后报 m-1 步摘除'；复杂度段写 O(nm)/O(n) 各一句理由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变式题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变式题参考答案（自行对照）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2算6 倒数第 k：与课上 findK 同法；对照点——q 先走 k 步时判 NULL、返回值语义按题目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2算30 无头指针循环链表删前驱：模板11 变体，无头指针时先绕环一周找到尾结点当'前驱起点'，终止条件 p!=L 换成绕回起点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2算37 双向循环链表奇偶重排：模板3 断链拼接在双链表上的应用，每轮摘偶数位结点插到尾部，一次改四条指针（下一节 2020 真题同族）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识别要点：报模板编号 → 圈出题目条件 → 一个条件对应一处改动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链表真题一：顺着链走</dc:title>
  <dc:subject>PptxGenJS Presentation</dc:subject>
  <dc:creator>牙膏学长</dc:creator>
  <cp:lastModifiedBy>牙膏学长</cp:lastModifiedBy>
  <cp:revision>1</cp:revision>
  <dcterms:created xsi:type="dcterms:W3CDTF">2026-09-30T01:52:14Z</dcterms:created>
  <dcterms:modified xsi:type="dcterms:W3CDTF">2026-09-30T01:52:14Z</dcterms:modified>
</cp:coreProperties>
</file>
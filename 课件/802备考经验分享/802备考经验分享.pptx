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数据结构备考经验分享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把时间花在真正得分的地方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专业课复习路径、代码题训练与备考工具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直播时间：2026年8月20日（周四）下午16:00 ｜ 主讲：牙膏学长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43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直播地图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今天的四块内容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一、目前的计算机、人工智能、网络安全热度排行统计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二、专业课复习路径（基础、强化、冲刺）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三、代码如何复习（代码题训练与备考工具）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四、自由问答环节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0574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目前的计算机、人工智能、网络安全热度排行统计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26、27群内报考数据统计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43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群内报考数据统计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生源结构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生源渠道稳定，不用担心双非出身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重邮招生生源渠道一直比较稳定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报考重邮的一半左右，来自以二本为主的高校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双非、本科一般，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不用担心复试被歧视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网上“人数下降、复试线变高就是提纯”的说法，不要轻信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3708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数据来源：重邮考研答疑群内学弟学妹填写，可作为参考，不能作为真实数据依赖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43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群内报考数据统计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生源结构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本校占比约一成，对手都在各大高校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报考重邮研究生的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本校占比只有10%左右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90%来自各大高校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不用担心竞争不过本校学生，竞争对手是全国各校的同学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数据来源：重邮考研答疑群内学弟学妹填写，可作为参考，不能作为真实数据依赖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43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群内报考数据统计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跨考情况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27跨考的同学少了很多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报考802数据结构相关方向的同学可以看到，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27跨考的同学明显减少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跨考的同学注意了：竞争压力变小，更要好好复习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数据来源：重邮考研答疑群内学弟学妹填写，可作为参考，不能作为真实数据依赖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43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群内报考数据统计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二战情况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二战的同学变多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群内统计显示，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二战同学的比例在上升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对一战同学意味着：初试分数要尽量考高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数据来源：重邮考研答疑群内学弟学妹填写，可作为参考，不能作为真实数据依赖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43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群内报考数据统计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报考人数变化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计专软专统一招生后的热度变化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27计算机专硕与软件专硕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统一招生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26总体数据＝计专＋软专，即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58.47%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；27同比下降约13%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人工智能学院学硕、专硕报考都在增加，同比增长约7%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学硕除人工智能相关外，其他依旧维持“冷”的状态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3708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数据来源：重邮考研答疑群内学弟学妹填写，可作为参考，不能作为真实数据依赖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43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群内报考数据统计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四六级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一半同学没过四级，成绩最重要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四六级基本比例保持不变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基本一半的同学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没过四级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四六级不是决定性因素，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成绩才是最重要的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数据来源：重邮考研答疑群内学弟学妹填写，可作为参考，不能作为真实数据依赖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43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群内报考数据统计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竞赛与项目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一半同学和你一样“什么都没有”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基本数据保持不变，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约一半同学没有竞赛、项目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不要担心自己什么都没有，大家起点差不多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重邮是很公平的学校，一切以实力与成绩说话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数据来源：重邮考研答疑群内学弟学妹填写，可作为参考，不能作为真实数据依赖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0574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专业课复习路径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基础、强化、冲刺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43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直播地图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时间安排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专业课是主线，政治与AI按现场时间展开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必讲内容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可选内容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50分钟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完整专业课主线＋短问答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简讲政治与AI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60分钟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完整主线＋案例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政治＋AI＋互动问答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先看一个反差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最难的章节，不一定最值得投入最多时间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学习体感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802复习重点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KMP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原理抽象、理解费劲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next与nextval手算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顺序表与链表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概念直观、操作基础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程序阅读与算法题的重要载体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38862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复习不能按“哪里最难”平均分配时间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3571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更有效的判断是：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考什么、怎么考、分值在哪里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96112" y="482803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这也是整场分享的主线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我的备考背景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备考时间不长，更需要减少无效消耗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我的备考周期偏紧，数学、英语和专业课同时占用时间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身体不适短暂停下后，重新进入状态的成本比想象中高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我没有依赖临考前爆发，而是尽量保持每天都向前推进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以下内容是个人复盘，不是要求所有人照搬的唯一方案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备考节奏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稳定学习比偶尔爆发更可靠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短期感受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长期结果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连续稳定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每天进度不一定惊人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知识不断线、启动成本低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爆发后停摆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单日完成很多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遗忘与重新进入状态消耗更大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38862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目标不是每天刷新学习时长，而是维持可持续的有效学习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3571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状态差时也保留最低动作：复盘错题、背单词、做数学题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关于学习时长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八小时是我的参考值，不是所有人的硬指标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我的经验是尽量保证每天约八小时学习时间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有课、实习或基础不同的人，需要按自己的条件调整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判断标准应是：任务是否完成、知识是否吸收、第二天能否继续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长时间坐着不等于有效学习，复盘结果比计时软件更重要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0574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专业课主线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自命题复习，先研究试卷再研究教材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先确定得分任务，再决定章节投入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802是自命题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开始复习前，先回答四个问题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问题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要查的材料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考哪些章节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最新考纲与学校通知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题型和分值如何分布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近年真题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常用什么方式考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真题答案与评分要求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哪些内容变化过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不同年份考纲与试卷对照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27448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学校、考纲、科目代码与分值等事实，以官方文件和原始试卷为准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近年试卷结构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项目现有2024-2026资料显示四类稳定任务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近年分值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复习任务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程序阅读题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约20分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看懂代码、补空、分析功能与复杂度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填空题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约30分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KMP、数组地址、堆调整、后缀表达式等手算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综合应用题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约70分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图树查找排序等过程分析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算法分析题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3题共30分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思想＋代码或伪代码＋复杂度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27448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依据项目内2024-2026真题材料；2026回忆版为阅读20分、填空10空每空3分、综合70分、算法题8＋10＋12分，以最新官方信息为准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时间分配目标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用更少的专业课时间，完成更明确的得分任务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数学、英语同样需要大量时间，专业课不能无限扩张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不追求每个章节研究到同样深度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高频题型练到可复现，低频内容达到识别和基础作答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用真题暴露缺口，再回教材补对应知识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章节投入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按考查方式分配精力，而不是平均用力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章节或能力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建议投入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训练重点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线性表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定义、插删、逆置、快慢指针、条件删除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树与图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递归、层序、DFS、BFS、拓扑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查找与排序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折半、BST、散列表、哈夫曼、快排、堆排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栈与队列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基本操作＋作为算法工具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串与KMP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按题型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next与nextval手算、基础概念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KMP怎么学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理解到能手算，不必把全部时间耗在匹配代码上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KMP原理抽象，第一次学觉得难很正常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现有课程与近年真题资料把重点放在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next、nextval数组手算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先做到给定模式串能稳定算对，再补原理解释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若最新考纲或新真题改变考法，再调整代码训练深度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2024、2025真题均出现next数组手算填空（2026回忆版未见）；“不重点训练匹配代码”是基于现有资料的备考取舍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线性表怎么学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基础操作看似简单，却常承载代码分数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顺序表与链表的定义、插入、删除必须能独立写出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链表题常把经典操作换一个条件：逆置、合并、找倒数第k个、条件删除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近三年程序阅读年年考链表：2024前插与合并、2025双向链表与排序、2026交集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代码题难点往往不在新算法，而在指针次序和边界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27939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空表、头结点、尾结点、k是否合法要形成检查习惯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栈与队列怎么学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操作本身不复杂，价值在于支撑其他算法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工具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直接操作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典型用途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入栈、出栈、判空判满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递归理解、括号匹配、深度优先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入队、出队、判空判满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层序遍历、广度优先、分层处理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38862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学完操作后要追问：它在树、图和递归中解决什么问题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444855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近三年真题里它们是程序阅读常客：2024拓扑排序、2025循环队列、2026共享栈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第一轮复习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可以借用408体系建立完整知识框架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数据结构的大部分核心知识与408重合，成熟课程便于搭建框架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第一轮跟课时，把概念、结构和经典算法学完整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每学完一章，用802考纲划掉超范围或低优先级内容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不直接照搬408的题量与难度分配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408材料怎么筛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内容重合，不代表复习要求完全相同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可直接借用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需要按802调整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线性表、树、图、查找、排序的基础体系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题型、分值和书写方式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高质量真题与课后题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超出802考纲的知识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经典算法的图解与推导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某些约定、代码风格与手算侧重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筛题依据是最新802考纲与近年真题，不是“408考过所以802一定考”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范围变化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外部排序纳入范围，不等于可以预测具体题型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最新考纲已列入外部排序，就应完成基本概念和典型过程复习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过去若干年是否出现，不能替代对最新考纲的核对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“可能只占一道基础题”只能作为个人风险判断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复习策略是先保住高频主干，再给新增范围留出基础覆盖时间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题源选择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题目价值有层级，不需要见题就做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优先级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题源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近年802真题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判断题型、难度、书写要求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较高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802范围内的408真题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补充高质量变式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高质量教材课后题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巩固章节基础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谨慎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早年真题、校内卷、普通模拟题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先判断范围与命题风格是否仍匹配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用题方法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做408题不是追数量，而是提取可迁移的思路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只选802考纲覆盖的章节和题型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做完标记“用了什么结构、什么模板、改了什么条件”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把优秀解法压缩成可复现的步骤，不收藏整页答案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再回到802真题，检查这些方法能否直接迁移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/ 43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课程介绍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基础与强化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基础班与强化班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基础班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：适合正在一轮基础，或看了王道但基础不够扎实的同学，快速过一遍基础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强化班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：适合二轮强化，重要知识点回顾＋强化刷题思路、方法、举一反三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现报名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强化班送基础班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，价格359（包含资料书4本）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均含初试专业课全程答疑服务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0574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代码如何复习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代码题训练与备考工具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代码题训练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为802初试大量刷LeetCode，投入产出通常不高</a:t>
            </a:r>
            <a:endParaRPr lang="en-US" sz="2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训练目标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更合适的练习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802初试得分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真题、经典模板、纸笔伪代码、复杂度分析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复试与编程能力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LeetCode、在线判题、可运行代码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38862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LeetCode有价值，但不能替代针对802题型的训练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3571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时间紧时，先保证真题原型能在纸上完整写出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33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代码题本质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近年题目常见“经典模板＋条件改写”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题目表面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可复用模板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链表原地逆置与重组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头插法、断链拼接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倒数第k个结点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快慢指针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树的路径、结点统计与判定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递归三件套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图中满足条件的路径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DFS回溯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无权距离与分层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BFS分层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拓扑序列验证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入度表法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真题原型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2024-2026材料能看到模板连续出现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年份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题目示例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对应能力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判二叉排序树、长度为k的路径、繁荣度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递归、DFS、层序分层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倒数第k元素、根到叶最长路径、经过指定点路径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快慢指针、递归、DFS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约瑟夫环、遍历序列建树、拓扑序列验证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循环链表、递归建树、入度表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示例来自项目内真题资料，2026三题分值为8、10、12分；训练重点是识别骨架并补边界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考场书写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算法题按三件套组织答案</a:t>
            </a:r>
            <a:endParaRPr lang="en-US" sz="2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要写什么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算法思想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使用的数据结构、主要步骤、关键条件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代码或伪代码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函数签名、核心逻辑、必要边界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时间复杂度与空间复杂度及其依据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30682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练习时就按答题格式写，不要只在脑中“会做”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三轮复习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每一轮解决不同问题</a:t>
            </a:r>
            <a:endParaRPr lang="en-US" sz="2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阶段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主要动作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第一轮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建立知识框架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跟课＋教材＋章节基础题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第二轮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建立题型与模板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真题分类＋模板默写＋错题回补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第三轮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提升限时输出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整套训练＋纸笔作答＋查缺补漏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轮次不按日历机械切换，以“能否完成本轮目标”作为进入下一轮的条件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37 / 43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课程介绍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代码与真题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代码专项班与真题班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代码专项班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：代码看不懂、零基础、跨考、想深化代码能力，都可以选择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真题班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：真题分类讲解＋逐年讲解，完全吃透考点、题型与考查形式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现报名均包含资料书4本，以及初试专业课全程答疑服务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具体可找群管理全能王学长了解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 / 43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可选扩展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其他科目经验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政治不必过早焦虑，但要为后期留出完整阶段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如果目标不是政治冲高分，前期可优先保证数学、英语和专业课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具体启动时间取决于基础、目标分数和当年安排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后期开启后要形成课程、刷题、背诵与模拟的完整闭环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这是我的时间分配经验，不是适用于所有人的固定月份表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 / 43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可选扩展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AI辅助备考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AI是一个非常好的助教</a:t>
            </a:r>
            <a:endParaRPr lang="en-US" sz="2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合适做法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必须核验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让AI换角度解释概念、比较算法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公式、代码与边界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笔记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整理Markdown、表格、结构图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是否遗漏与原文是否一致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调研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汇总学校、考纲、经验信息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官方通知、日期、科目与分值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出题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根据资料生成变式与模拟题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答案正确性与是否超纲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96112" y="472744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不上传身份证、准考证、成绩单等敏感信息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" y="519836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真题、考纲和学校政策必须回到原始来源确认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收束与问答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把时间花在能形成分数的动作上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保持稳定节奏，用结果而不是单日时长评价学习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自命题先研究考纲、真题、题型与分值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章节不平均用力，代码题训练经典模板与条件改写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借用408的体系和题源，但按802范围筛选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27939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AI可以提高效率，事实必须核验，答案必须自己会写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41 / 43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课程介绍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押题班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押题班：模拟卷＋押题卷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包含划重点汇总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模拟卷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6-12套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及解析（部分有讲解）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押题卷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3套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及讲解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模拟卷可单独购买；押题卷需报名押题班（也包含模拟卷）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427939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都包含重难点汇总，查缺补漏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42 / 43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资料介绍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资料书四册与全套优惠</a:t>
            </a:r>
            <a:endParaRPr lang="en-US" sz="2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册数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第一册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核心讲义＋代码总结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第二册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07-26真题及解析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第三册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强化练习题12套＋习题集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第四册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考点总结＋真题分类训练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4727448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资料书现178，包含初试全程答疑；全套（基础＋强化＋代码＋真题＋押题＋资料书4本＋模拟卷＋押题卷＋答疑）优惠后1280；报名咨询群管理全能王学长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43 / 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0574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自由问答环节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最后祝大家27一战上岸！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有什么想了解的问题，欢迎发弹幕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802专业课备考经验分享</dc:title>
  <dc:subject>PptxGenJS Presentation</dc:subject>
  <dc:creator>牙膏学长</dc:creator>
  <cp:lastModifiedBy>牙膏学长</cp:lastModifiedBy>
  <cp:revision>1</cp:revision>
  <dcterms:created xsi:type="dcterms:W3CDTF">2026-08-20T13:10:01Z</dcterms:created>
  <dcterms:modified xsi:type="dcterms:W3CDTF">2026-08-20T13:10:01Z</dcterms:modified>
</cp:coreProperties>
</file>
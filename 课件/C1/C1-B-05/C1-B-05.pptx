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引用与参数传递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基础阶段留下的为什么：函数为什么改不动外面的变量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3, b = 5;
swap(a, b);        // 想让函数把a和b换过来
// 结果：a还是3，b还是5，纹丝不动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基础阶段留过这个问题：函数里明明改了，外面为什么没变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今天把传参的机制一次讲透，还会给你两种真正改得动的写法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本节目标：看懂值传递、指针传参、引用传参三种写法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值传递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传参的真相：参数收到的是副本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调用swap(a, b)时，a和b把自己的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值复印一份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交给x和y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x、y是函数自己的局部变量，住在栈上的新格子里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函数里改的是复印件，原件从头到尾没人碰过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失败现场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swap失败版：函数里换得热闹，外面毫无变化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swap(int x, int y){
    int t = x;
    x = y;
    y = t;          // 换的只是x和y这两个副本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函数结束，x和y的格子被栈收回，复印件销毁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a和b各自的格子里，还是3和5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想让函数改外面的变量，光靠值传递做不到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指针传参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第一种解法：把地址传进去，顺着地址改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swap(int *px, int *py){
    int t = *px;
    *px = *py;
    *py = t;
}
swap(&amp;a, &amp;b);       // 传的是a和b的地址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参数收的不是值的复印件，是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地址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*px改的就是a那一格：前几节课的隔空改物，用在这了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5229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调用处要写&amp;a和&amp;b，把钥匙交出去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引用：变量的第二个名字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
int &amp;r = x;        // r是x的引用，读作r是x的别名
r = 20;            // x也变成20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引用就是别名：r和x是同一格内存的两个名字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第一节课说的别名现象，今天有了专门的语法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引用是C++的语法，伪代码环境里可以直接用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引用的规矩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引用两条规矩：出生就要绑定，绑了不改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引用必须在定义时就初始化：int &amp;r;单独一行不合法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绑定之后不能改绑：r = y是改x的值，不是让r改指向y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这一点和指针正好相反：指针随时能换指向，引用从一而终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引用传参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第二种解法：引用传参，写法最干净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swap(int &amp;x, int &amp;y){
    int t = x;
    x = y;
    y = t;          // 直接改的就是a和b
}
swap(a, b);         // 调用处不用写&amp;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参数x是a的别名，y是b的别名：函数里改x就是改a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函数体长得和失败版一模一样，差别只在参数表多了&amp;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5229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调用处干干净净，swap(a, b)，不用交地址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三种传参：一套需求，三种写法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参数收到什么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能改外面吗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调用处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值传递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值的副本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swap(a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指针传参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swap(&amp;a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null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引用传参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别名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swap(a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要读不要改，值传递就够；要改，指针或引用二选一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什么时候用哪种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函数只读数据：值传递，简单直接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函数要改外面的变量：引用传参，写法干净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兼容纯C环境：指针传参，能力一样，调用处多写&amp;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传大块数据（如结构体）：传地址或引用，避免整块复印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伪代码语境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为什么伪代码的参数上常写&amp;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数据结构的初始化、插入这类函数，都要直接修改传进来的结构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参数写&amp;，意思就是"这个参数允许改外面的东西"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以后读伪代码，看到参数上的&amp;，就知道这函数会动调用者的数据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值传递交的是副本，函数改不动外面的变量——基础阶段的为什么解开了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想改得动，交地址：指针传参顺着*改，引用传参用别名改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引用两条规矩：出生即绑定，从一而终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下一节：递归与综合实战，把整个阶段的工具一次用上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：分别用指针版和引用版写swap，各自画内存图，验证a、b真的换了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：写一个increment函数，用引用传参把外面的数加1，调用后打印验证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要求：合上资料默写三种传参的函数头；纸上画图后再上机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4737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4737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27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指针版与引用版swap
void swapPtr(int *px, int *py){
    int t = *px; *px = *py; *py = t;
}
void swapRef(int &amp;x, int &amp;y){
    int t = x; x = y; y = t;
}
int a = 3, b = 5;
swapPtr(&amp;a, &amp;b);    // a=5 b=3
swapRef(a, b);      // a=3 b=5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524426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指针版图：px、py的箭头跨出函数框指向a、b，*px改的就是a的格子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67708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引用版图：x直接标成a的别名，没有新格子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引用传参
void increment(int &amp;n){ n = n + 1; }
int n = 10;
increment(n);
printf("%d\n", n);   // 11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参数写int &amp;n，调用处不写&amp;，函数里改n就是改外面的n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对照实验：参数若写成int n（值传递），调用后n仍是10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代码省略#include &lt;stdio.h&gt;与main骨架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引用与参数传递</dc:title>
  <dc:subject>PptxGenJS Presentation</dc:subject>
  <dc:creator>牙膏学长</dc:creator>
  <cp:lastModifiedBy>牙膏学长</cp:lastModifiedBy>
  <cp:revision>1</cp:revision>
  <dcterms:created xsi:type="dcterms:W3CDTF">2026-09-02T09:26:58Z</dcterms:created>
  <dcterms:modified xsi:type="dcterms:W3CDTF">2026-09-02T09:26:58Z</dcterms:modified>
</cp:coreProperties>
</file>
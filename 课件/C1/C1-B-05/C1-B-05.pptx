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第5节 引用与参数传递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阶段：强化 ｜ 主讲：牙膏学长 ｜ 预计28分钟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函数里明明改了，外面的变量为什么没变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swap(int x, int y){
    int t = x; x = y; y = t;   // 三行交换写得没错
}
int a = 3, b = 5;
swap(a, b);
printf("%d %d", a, b);          // 还是3和5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函数里x和y确实换了，函数结束格子被栈收回，a和b全程没人碰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基础阶段留过这个为什么，今天用上节课的栈把它讲清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5229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讲清之后给两种真正改得动的写法：指针传参、引用传参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值传递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参数收到的是值的副本，不是变量本身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调用那一瞬间，a把值3复印一份交给x，b把值5复印一份交给y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x、y是swap自己的局部变量，住栈上的新格子，和a、b的格子是四个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这个机制叫值传递，是C语言传参的默认行为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术语：交出去的a、b叫实参，函数头上接收的x、y叫形参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值传递有正当用途：只读不改的函数用它最简单，结果用return递出来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4841748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副作用要显式地传地址或引用才会发生，不会默认出现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解法一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指针传参：把地址交进去，顺着地址改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swap(int *px, int *py){
    int t = *px;
    *px = *py;
    *py = t;
}
swap(&amp;a, &amp;b);        // 交出去的是a和b的地址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5811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px、py仍是栈上的新格子，装的是地址，箭头跨出函数框指到a、b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520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临时变量t不能省：*px = *py之后a的原值已被覆盖，找不回来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5229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调用处漏写&amp;能编译过，但把a的值当地址用，多半当场崩溃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解法二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引用：给变量起第二个名字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x = 10;
int &amp;r = x;      // r是x的引用，即x的别名
r = 20;          // x也变成20：同一格内存，没有新格子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两条规矩：定义时必须初始化；绑定之后不能改绑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r = y是把y的值赋给x，不是让r改指向y——这点和指针相反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这个&amp;是声明别名，与取地址的&amp;是同一符号两种含义，看位置区分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52806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引用是C++语法，纯C没有；802伪代码环境直接可用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引用传参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引用版swap：函数体和失败版一样，只多两个&amp;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swap(int &amp;x, int &amp;y){
    int t = x; x = y; y = t;   // 改x就是改a
}
swap(a, b);        // 调用处不用写&amp;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参数x是a的别名，没有新格子、没有复印，函数里改x就是改a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传大结构体时这点很值钱：值传递每次调用拷一整片，引用一格都不拷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struct Student stu是白拷一次还改不动，struct Student &amp;stu直接改本人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三种写法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三种传参：一张表看清楚，也知道怎么选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822960" y="2395728"/>
          <a:ext cx="10545776" cy="1682496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写法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参数收到什么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能改外面吗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调用处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值传递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值的副本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不能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swap(a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指针传参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地址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能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swap(&amp;a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引用传参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别名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能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swap(a</a:t>
                      </a:r>
                      <a:endParaRPr lang="en-US" sz="14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读代码先看参数表再看函数体：光杆类型改不动，带*或&amp;才改得动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96112" y="4758690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只认参数表不认函数名：名字叫changeX，参数是int x，照样改不动</a:t>
            </a:r>
            <a:endParaRPr lang="en-US" sz="1700" dirty="0"/>
          </a:p>
        </p:txBody>
      </p:sp>
      <p:sp>
        <p:nvSpPr>
          <p:cNvPr id="5" name="Text 5"/>
          <p:cNvSpPr/>
          <p:nvPr/>
        </p:nvSpPr>
        <p:spPr>
          <a:xfrm>
            <a:off x="896112" y="5210556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只读不改用值传递；要改外面用引用，兼容纯C环境用指针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96112" y="5662422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传大块数据别用值传递；数组做参数只能指针传（int a[]就是int *a）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伪代码语境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为什么伪代码的参数上常写&amp;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初始化、插入这类函数要直接改传进来的结构，值传递改副本等于白干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参数写&amp;，等于在函数头上写明：这个参数会改到调用者的数据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读伪代码先看参数表：带&amp;的会动数据，不带&amp;的多半只读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自己写函数先问一句：需要改传进来的东西吗，需要就加&amp;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数据要交到函数外只有两条路：堆上malloc后交地址，或用引用参数写进去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75030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函数不能返回局部变量的地址：格子出函数就收回，交出去的是悬空指针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值传递交的是副本，形参是栈上新格子，所以改不动外面的变量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要改得动就交地址：指针传参顺着*改，引用传参用别名改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引用两条规矩：定义时初始化，绑定后不改绑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下一节：递归与综合实战，从零手写顺序表和单链表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跟练题</a:t>
            </a:r>
            <a:r>
              <a:rPr lang="en-US" sz="1800" dirty="0">
                <a:solidFill>
                  <a:srgbClr val="000000"/>
                </a:solidFill>
              </a:rPr>
              <a:t>：分别用指针版和引用版写swap，上机验证a、b真的换了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模仿题</a:t>
            </a:r>
            <a:r>
              <a:rPr lang="en-US" sz="1800" dirty="0">
                <a:solidFill>
                  <a:srgbClr val="000000"/>
                </a:solidFill>
              </a:rPr>
              <a:t>：写increment(int &amp;n)把外面的数加1，再把参数改成int n对照跑一次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要求：合上资料能默写三种传参的函数头；先纸上预测再上机对照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23257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423257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203801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指针版与引用版swap
void swapPtr(int *px, int *py){
    int t = *px; *px = *py; *py = t;
}
void swapRef(int &amp;x, int &amp;y){
    int t = x; x = y; y = t;
}
int a = 3, b = 5;
swapPtr(&amp;a, &amp;b);    // a=5 b=3
swapRef(a, b);      // a=3 b=5
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5020153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指针版图：px、py的箭头跨出函数框指向a、b，*px改的就是a的格子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5414869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引用版图：x直接标成a的别名，不画新格子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5809585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两个版本都跑通，再把失败版也跑一次，三种行为对比着看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引用传参与值传递对照
void increment(int &amp;n){ n = n + 1; }
int n = 10;
increment(n);
printf("%d\n", n);   // 11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参数写int &amp;n，调用处不写&amp;，函数里改n就是改外面的n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对照实验：参数改成int n（值传递），调用后n仍是10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代码省略#include &lt;stdio.h&gt;与main骨架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2565</Words>
  <Application>WPS 演示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引用与参数传递</dc:title>
  <dc:creator>牙膏学长</dc:creator>
  <dc:subject>PptxGenJS Presentation</dc:subject>
  <cp:lastModifiedBy>倾殇醉</cp:lastModifiedBy>
  <cp:revision>3</cp:revision>
  <dcterms:created xsi:type="dcterms:W3CDTF">2026-09-04T09:30:00Z</dcterms:created>
  <dcterms:modified xsi:type="dcterms:W3CDTF">2026-09-04T11:54:03Z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26B4209CDE0048DCBBCF4E3E90782D2B_12</vt:lpwstr>
  </property>
</Properties>
</file>
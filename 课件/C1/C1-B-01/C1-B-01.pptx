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C语言强化阶段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第1节 指针入门与数组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阶段：强化 ｜ 主讲：牙膏学长 ｜ 预计40分钟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位置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指针是802代码的地基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802题型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指针的角色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程序阅读题约20分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补空常考p = p-&gt;next这类指针移动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算法分析题3题30分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链表、树、图的模板全由指针写成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96112" y="38862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基础阶段给了你零件，强化阶段教你看懂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内存里发生了什么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96112" y="43571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C2的链表、树、图代码默认你会本阶段内容，不再回头补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目录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强化阶段四节课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节次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学完你能做什么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第1节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指针入门与数组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看懂地址与指针，明白数组下标的本质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第2节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结构体与typedef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会定义结构体，看懂-&gt;与typedef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第3节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动态内存与引用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会用malloc，看懂伪代码里的&amp;传参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第4节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递归与综合实战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手写顺序表与单链表，为数据结构课铺路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适合人群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谁适合从这里开始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你的情况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建议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跟完了C语言基础阶段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直接开始本节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学过C语言但生疏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从本节开始，遇到卡壳回看基础阶段对应节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完全零基础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先学完C语言基础阶段再回来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22960" y="430682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课段之间可独立观看；回看指引格式：C语言基础阶段·第几节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学习要求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这个课段怎么学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每节课后手画一遍本节的内存图，比只看视频有效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代码要求能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合上资料默写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，802是纸笔考试，看懂不等于写得出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跟练题必须自己敲一遍再看答案；本阶段的题开始要求写在纸上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基础阶段留下的为什么，答案都指向地址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三个为什么：scanf为什么要写&amp;；数组下标为什么从0开始；越界为什么危险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这三个问题的答案，指向同一个东西：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内存的地址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本节目标：学完你能看懂指针、用&amp;和*操作地址，明白数组在内存里的样子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地址登场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地址：内存格子的编号，&amp;把编号拿出来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10;
printf("%p", &amp;x);     // 打印x的地址，%p专门打地址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内存是一长排带编号的格子，变量住进去，编号就是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地址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&amp;放在变量前，意思是取这个变量的地址，读作取地址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scanf("%d", &amp;score)：把输入的数字放进score所在的格子，不给地址它找不到地方放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指针登场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指针：专门存地址的变量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10;
int *p = &amp;x;          // p里存的是x的地址，读作：p指向x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int *p：声明一个指针，它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只存地址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，存的是int变量的地址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p = &amp;x：把x的地址放进p，习惯说成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p指向x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画内存图的习惯从本节开始：格子写名字、编号、值，指针画箭头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取值的另一条路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*p：顺着地址找到格子里的东西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printf("%d", *p);     // 顺着p存的地址，取出格子里的值：10
*p = 20;              // x也变成20：改的是同一格内存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*读作取值：顺着地址找到那个格子，拿里面的东西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p++：地址往后挪一格，指向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下一个int格子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（不是加1个字节，802伪代码按int读）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91490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顺带说清：p++先用再加，++p先加再用；802代码里几乎只用p++和i++这种先用再加的写法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从零推演：声明指针并顺着它改值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任务：画内存格子推演四步。① 画格子x，值10（编号随手写如1000）；② 画指针p，把x的编号写进p，箭头指向x；③ 写 *p，读出10；④ 写 *p = 20，把格子里的10改成20。只画格子、编号、值、箭头，不写程序骨架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回看数组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数组名就是首元素的地址，下标从0的答案在这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a[5] = {10, 20, 30, 40, 50};
printf("%p", a);      // 数组名a就是首元素a[0]的地址
printf("%d", *(a + 2));   // 30：a[i] 就是 *(a+i)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数组的格子连成一片，a指向第一格，a+1指向第二格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a[2]的写法等价于*(a+2)：从起点数2格——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所以下标从0开始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，0表示起点自己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遍历数组的for（i从0到n-1），本质就是指针一格一格往后走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本节难忘时刻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越界：踩进了别人的格子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a[5] = {10, 20, 30, 40, 50};
int b = 100;
a[5] = 999;           // 没有a[5]这一格：写进了别的变量的地盘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a[5]只有下标0—4这五格，a[5]是第六格——那片内存住着别的变量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编译器多半不报错，值就这么被悄悄改掉，错得无声无息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这就是"越界危险"的真正原因：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不是程序不让，是那片内存不归你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两个真实的坑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scanf吃回车与野指针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n;
char ch;
scanf("%d", &amp;n);
ch = getchar();       // 收走敲数字留下的回车
scanf("%c", &amp;ch);     // 或者写成 scanf(" %c", &amp;ch); 空格挡掉空白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先读数字再读字符时，残留的回车会被%c收走；两种救法记住一种即可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野指针：声明了没初始化的指针，*p是往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没人知道的地方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写东西，比越界更危险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规矩只有一条：指针不初始化，就不许用*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这节就三件事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地址是内存格子的编号，&amp;取地址，*顺着地址取值，两者互逆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数组名是首元素地址，a[i]就是*(a+i)，下标从0是因为0表示起点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指针不初始化不许用；越界是踩进别人的内存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下一节：结构体与typedef，数据结构的结点就是用它们定义的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：声明int x=10和指向它的指针p，用*p把x改成25并打印，再画内存图标出每一步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：声明int a[4]={1,2,3,4}，只用指针p从a走到a+3，依次打印四个元素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402336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要求：两道题先写在纸上再上机验证；合上资料能默写 int *p = &amp;x; 和 *(a+i)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9286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参考答案在讲稿附录一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指针入门与数组</dc:title>
  <dc:subject>PptxGenJS Presentation</dc:subject>
  <dc:creator>牙膏学长</dc:creator>
  <cp:lastModifiedBy>牙膏学长</cp:lastModifiedBy>
  <cp:revision>1</cp:revision>
  <dcterms:created xsi:type="dcterms:W3CDTF">2026-08-20T03:42:27Z</dcterms:created>
  <dcterms:modified xsi:type="dcterms:W3CDTF">2026-08-20T03:42:27Z</dcterms:modified>
</cp:coreProperties>
</file>
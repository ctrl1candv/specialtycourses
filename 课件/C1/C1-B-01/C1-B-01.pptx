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重邮802 数据结构代码课程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12191695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C语言强化阶段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第1节 地址与指针入门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阶段：强化 ｜ 主讲：牙膏学长 ｜ 预计40分钟 ｜ 资料答疑：伴梦研途QQ群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/ 15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课段导学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课段导学 · 位置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指针是802代码的地基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5272888"/>
                <a:gridCol w="5272888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802题型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指针的角色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程序阅读题约20分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补空常考p = p-&gt;next这类指针移动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算法分析题3题30分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链表、树、图的模板全由指针写成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96112" y="388620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基础阶段给了你零件，强化阶段教你看懂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内存里发生了什么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96112" y="435711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数据结构课的链表、树、图代码默认你会本阶段内容，不再回头补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/ 15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课段导学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课段导学 · 目录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强化阶段六节课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3515258"/>
                <a:gridCol w="3515258"/>
                <a:gridCol w="3515258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节次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主题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学完你能做什么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第1节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地址与指针入门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看懂地址与指针，会画内存图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第2节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指针运算与数组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明白数组下标的本质，会用指针遍历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第3节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结构体与typedef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会定义结构体，看懂-&gt;与typedef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第4节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动态内存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会用malloc造内存、用free还内存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第5节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引用与参数传递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看懂伪代码里函数参数上的&amp;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第6节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递归与综合实战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手写顺序表与单链表，为数据结构课铺路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/ 15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课段导学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课段导学 · 适合人群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谁适合从这里开始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5272888"/>
                <a:gridCol w="5272888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你的情况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建议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跟完了C语言基础阶段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直接开始本节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学过C语言但生疏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从本节开始，遇到卡壳回看基础阶段对应节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完全零基础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先学完C语言基础阶段再回来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22960" y="4306824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课段之间可独立观看；回看指引格式：C语言基础阶段·第几节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/ 15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课段导学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课段导学 · 学习要求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这个课段怎么学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每节课后手画一遍本节的内存图，比只看视频有效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代码要求能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合上资料默写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，802是纸笔考试，看懂不等于写得出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跟练题必须自己先做再看答案；本阶段的题开始要求写在纸上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基础阶段留下的第一个为什么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795528"/>
          </a:xfrm>
          <a:prstGeom prst="rect">
            <a:avLst/>
          </a:prstGeom>
          <a:solidFill>
            <a:srgbClr val="F5F6F7"/>
          </a:solidFill>
          <a:ln w="9525">
            <a:solidFill>
              <a:srgbClr val="D8DB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2505456"/>
            <a:ext cx="10033711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scanf("%d", &amp;score);   // 这个&amp;，为什么非写不可？
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339242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基础阶段你照抄了这个写法，当时说好这个阶段讲原因，现在兑现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386334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答案指向一个词：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地址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——scanf得知道数据该放进哪一格内存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33425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本节目标：搞懂地址与指针，会画内存图；这个工具拿到手，基础阶段的问题就能一个个解开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地址登场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地址：内存格子的编号，%p把它打印出来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033272"/>
          </a:xfrm>
          <a:prstGeom prst="rect">
            <a:avLst/>
          </a:prstGeom>
          <a:solidFill>
            <a:srgbClr val="F5F6F7"/>
          </a:solidFill>
          <a:ln w="9525">
            <a:solidFill>
              <a:srgbClr val="D8DB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2505456"/>
            <a:ext cx="10033711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x = 10;
printf("%p", &amp;x);     // %p专门打印地址
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363016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内存是一长排带编号的格子，变量住进去，编号就是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地址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10108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&amp;放在变量前，意思是取这个变量的地址，读作取地址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57200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int占4格、char占1格、double占8格，门牌号用第一格的编号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钩子兑现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scanf的&amp;：把门牌号交出去，数据才放得进去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033272"/>
          </a:xfrm>
          <a:prstGeom prst="rect">
            <a:avLst/>
          </a:prstGeom>
          <a:solidFill>
            <a:srgbClr val="F5F6F7"/>
          </a:solidFill>
          <a:ln w="9525">
            <a:solidFill>
              <a:srgbClr val="D8DB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2505456"/>
            <a:ext cx="10033711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scanf("%d", &amp;score);  // 把score的地址交给scanf
printf("%d", score);  // 读出来就行，printf不用&amp;
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363016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scanf的工作是把数据放进格子，没有门牌号，它拿着数据找不到地方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10108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printf只是把格子里的东西读出来看一眼，所以不用写&amp;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57200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谁要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走进你的格子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，谁就需要门牌号；只远观的不用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指针登场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指针：专门存地址的变量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033272"/>
          </a:xfrm>
          <a:prstGeom prst="rect">
            <a:avLst/>
          </a:prstGeom>
          <a:solidFill>
            <a:srgbClr val="F5F6F7"/>
          </a:solidFill>
          <a:ln w="9525">
            <a:solidFill>
              <a:srgbClr val="D8DB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2505456"/>
            <a:ext cx="10033711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x = 10;
int *p = &amp;x;          // p里存的是x的地址，读作：p指向x
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363016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int *p：声明一个指针，它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只存地址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，存的是int变量的地址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10108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p里装的不是10，是x住哪；想看10，要用下一页的工具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57200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画内存图的习惯从本节开始：格子写名字、编号、值，指针画箭头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取值的另一条路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*p：顺着地址找到格子里的东西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033272"/>
          </a:xfrm>
          <a:prstGeom prst="rect">
            <a:avLst/>
          </a:prstGeom>
          <a:solidFill>
            <a:srgbClr val="F5F6F7"/>
          </a:solidFill>
          <a:ln w="9525">
            <a:solidFill>
              <a:srgbClr val="D8DB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2505456"/>
            <a:ext cx="10033711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printf("%d", *p);     // 顺着p存的地址取值：10
*p = 20;              // x也变成20：改的是同一格内存
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363016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*读作取值：顺着地址找到那个格子，拿里面的东西；&amp;与*互逆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10108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x和*p不是两个变量，是同一格内存的两个名字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57200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两个指针指向同一个变量时，谁改都一起变——这叫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别名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板书推演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从零推演：声明指针并顺着它改值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1054577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任务：画内存格子推演四步。① 画格子x，值10（编号随手写如1000）；② 画指针p，把x的编号写进p，箭头指向x；③ 写 *p，读出10；④ 写 *p = 20，把格子里的10改成20。只画格子、编号、值、箭头，不写程序骨架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3017520"/>
            <a:ext cx="10545775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0C9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534924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此处板书推演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指针的规矩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指针有类型，p自己也有地址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int *只存int的地址，char *只存char的地址：类型告诉编译器，指向的盒子多大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p自己也是变量，也住格子：改*p改的是x那格，改p改的是它自己存的编号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6804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野指针一句话：没初始化的指针不许用*，要么指向真实变量，要么先赋NULL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方法固化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读指针代码的笨办法，但是好用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见到&amp;就念"取地址"，见到*就念"取值"，见到指针移动就想象箭头挪一格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三个动作翻译下来，再绕的代码也能拆成一步步的格子操作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程序阅读题里的指针挖空，就用这个法子一格一格走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899916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遇到读不顺的代码，先画内存图再读，比盯着一行字硬想快得多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本节小结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这节就三件事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地址是内存格子的编号，&amp;取地址，*顺着地址取值，两者互逆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scanf要写&amp;：它得拿着门牌号才能把数据放对地方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指针是存地址的变量；*p和x是同一格内存的两个名字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899916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下一节：指针运算与数组，把数组和指针放到一起看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课后任务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1道跟练 ＋ 1道模仿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跟练题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：声明int x=10和指向它的指针p，用*p把x改成25并打印，画出每一步的内存图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模仿题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：声明int x=10、int y=20、int *p=&amp;x，用一句p=&amp;y让p改指向y，打印*p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4023360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要求：两道题先写在纸上再上机验证；合上资料能默写 int *p = &amp;x; 和 *p = 25;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928616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参考答案在讲稿附录一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地址与指针入门</dc:title>
  <dc:subject>PptxGenJS Presentation</dc:subject>
  <dc:creator>牙膏学长</dc:creator>
  <cp:lastModifiedBy>牙膏学长</cp:lastModifiedBy>
  <cp:revision>1</cp:revision>
  <dcterms:created xsi:type="dcterms:W3CDTF">2026-08-20T13:10:03Z</dcterms:created>
  <dcterms:modified xsi:type="dcterms:W3CDTF">2026-08-20T13:10:03Z</dcterms:modified>
</cp:coreProperties>
</file>
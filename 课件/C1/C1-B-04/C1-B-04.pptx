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C语言强化阶段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第4节 动态内存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阶段：强化 ｜ 主讲：牙膏学长 ｜ 预计45分钟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局部数组的烦恼：大小必须提前定死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scanf("%d", &amp;n);
// int a[n];  要多少格，写代码的时候还不知道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数组声明要写长度，可很多时候长度要等程序跑起来、读到数据才知道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开小了装不下，开大了浪费，写死一个数两头不讨好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本节目标：学一种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程序运行时才要空间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的办法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内存模型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程序内存分三区：静态区、栈、堆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静态区：全局变量住的地方，程序从生到死都在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栈：局部变量的家，进函数自动分，出函数自动收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堆：一大片空地，你伸手要，用完自己还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今天的主角是堆，但三区放在一起看，才知道它特别在哪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栈：自动管理的住所，快但做不了主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你写的每个局部变量，都是栈上的格子：进函数就有，出函数就没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好处是全免费用，分配回收都不用操心；坏处是你做不了主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大小在写代码时就定了，运行时改不了；局部数组想变长，栈帮不上忙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堆登场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堆：运行时才划给你的地盘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*p = (int *)malloc(sizeof(int));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malloc向堆要一个int大小的格子，要到了，把地址交到你手里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malloc的名字就是memory allocation，内存分配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你手里只有地址：堆上的格子没有名字，全靠指针找它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malloc三件套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malloc的标准动作：申请、判空、使用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*p = (int *)malloc(sizeof(int));
if (p == NULL) {          // 判空：要不到地方必须处理
    return 1;
}
*p = 100;                 // 用：和普通变量一样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内存不是无限的，malloc可能要不到，要不到就返回NULL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不判空直接用，等于往不存在的格子里写东西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申请、判空、使用，三步一套，写熟成本能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要一整片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malloc一片数组：sizeof算字节，指针当数组用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 = 5;
int *arr = (int *)malloc(sizeof(int) * n);
arr[0] = 10;          // 像数组一样用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malloc要的是字节数：n个int就是sizeof(int)乘n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要到的是一片连续的格子，上节课的数组规律原样适用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arr[i]就是*(arr+i)：指针当数组名用，下标照样使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画内存三区与一次malloc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任务：① 竖着画三个区域，标静态区、栈、堆；② 栈上画局部变量p的格子；③ 堆上画一片四格，标malloc要到的地方；④ 从p画箭头指向堆上的格子。只画区域、格子与箭头，不写程序骨架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free：借了要还，一对一配对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free(p);        // 把p指向的格子还给堆
p = NULL;       // 规矩：还完把地址清掉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栈上的格子自动回收，堆上的不会：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不还就一直占着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一次malloc配一次free，谁要的地方谁负责还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free只管还格子，不会碰你的指针，p里还留着老地址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内存泄漏：要了不还，地盘越积越多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while(1){
    int *p = (int *)malloc(sizeof(int) * 1000);
    // 干完活直接进下一轮，忘了free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每一轮都要1000格，一轮都不还，堆越吃越满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编译器不提醒，程序不报错，只是内存悄悄见底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泄漏的可怕在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积累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：单次看不出，跑久了才崩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悬空指针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free之后：指针还指着老地方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free只收回格子，p里存的地址一个字没动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这片格子可能已经给了别人，你再*p就是动别人的东西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规矩：free之后紧跟一句p = NULL，把钥匙作废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兄弟知识点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malloc的邻居：calloc、realloc、new/delete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calloc：申请的同时把格子清零，多一步初始化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realloc：把已申请的格子扩大或缩小，搬家带数据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C++的new/delete：堆内存的另一套申请归还写法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这三样本课不展开，读代码碰到能认出来即可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栈还是堆：按需求选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大小固定、函数内用完就扔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栈上局部变量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大小运行时才知道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堆上malloc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数据要在函数之间传下去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堆上malloc，传地址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能用栈就别上堆：栈自动管理，堆要自己记账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内存三区：静态区、栈、堆；堆上的空间要自己申请自己还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malloc三件套：申请、判空、使用；一次malloc配一次free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两大事故：泄漏是要了不还，悬空是还了还指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下一节：引用与参数传递，函数怎么改外面的变量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：malloc一个int的格子，判空后存入88，打印，free，置NULL，全程画内存图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：读入n，malloc n个int的格子，用循环填0到n-1再打印，最后free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40233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要求：默写malloc三件套与free配对；纸上画图后再上机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参考答案在讲稿附录一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动态内存</dc:title>
  <dc:subject>PptxGenJS Presentation</dc:subject>
  <dc:creator>牙膏学长</dc:creator>
  <cp:lastModifiedBy>牙膏学长</cp:lastModifiedBy>
  <cp:revision>1</cp:revision>
  <dcterms:created xsi:type="dcterms:W3CDTF">2026-08-20T13:10:03Z</dcterms:created>
  <dcterms:modified xsi:type="dcterms:W3CDTF">2026-08-20T13:10:03Z</dcterms:modified>
</cp:coreProperties>
</file>
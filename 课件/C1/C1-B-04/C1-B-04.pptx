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21488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重邮802 数据结构代码课程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2834640"/>
            <a:ext cx="12191695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C语言强化阶段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第4节 动态内存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48463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阶段：强化 ｜ 主讲：牙膏学长 ｜ 预计45分钟 ｜ 资料答疑：伴梦研途QQ群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引题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局部数组的烦恼：大小必须提前定死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271016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271016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n;
scanf("%d", &amp;n);
// int a[n];  要多少格，写代码的时候还不知道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3867912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数组声明要写长度，可很多时候长度要等程序跑起来、读到数据才知道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3388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开小了装不下，开大了浪费，写死一个数两头不讨好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48097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本节目标：学一种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程序运行时才要空间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的办法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内存模型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程序内存分三区：静态区、栈、堆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静态区：全局变量住的地方，程序从生到死都在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栈：局部变量的家，进函数自动分，出函数自动收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堆：一大片空地，你伸手要，用完自己还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380847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今天的主角是堆，但三区放在一起看，才知道它特别在哪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栈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栈：自动管理的住所，快但做不了主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你写的每个局部变量，都是栈上的格子：进函数就有，出函数就没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好处是全免费用，分配回收都不用操心；坏处是你做不了主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大小在写代码时就定了，运行时改不了；局部数组想变长，栈帮不上忙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堆登场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堆：运行时才划给你的地盘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795528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795528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*p = (int *)malloc(sizeof(int));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339242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malloc向堆要一个int大小的格子，要到了，把地址交到你手里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386334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malloc的名字就是memory allocation，内存分配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433425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你手里只有地址：堆上的格子没有名字，全靠指针找它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malloc三件套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malloc的标准动作：申请、判空、使用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746504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746504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527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*p = (int *)malloc(sizeof(int));
if (p == NULL) {          // 判空：要不到地方必须处理
    return 1;
}
*p = 100;                 // 用：和普通变量一样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434340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内存不是无限的，malloc可能要不到，要不到就返回NULL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81431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不判空直接用，等于往不存在的格子里写东西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5285232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申请、判空、使用，三步一套，写熟成本能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内存三区推演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内存三区与一次malloc（拿纸跟着画）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① 竖着分三区：静态区（小）、栈（中）、堆（大），同一块内存划出来的三个区域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② 栈区画格子p：局部变量是栈上的格子（初学者最常画错的位置）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③ 堆区画四格：标"malloc要到的地方"，这片格子没有名字，只有地址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380847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④ 从p画箭头穿过两区指到堆上格子：栈上住指针，堆上住数据，一根箭头连两头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要一整片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malloc一片数组：sizeof算字节，指针当数组用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271016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271016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n = 5;
int *arr = (int *)malloc(sizeof(int) * n);
arr[0] = 10;          // 像数组一样用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3867912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malloc要的是字节数：n个int就是sizeof(int)乘n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3388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要到的是一片连续的格子，前面学的数组规律原样适用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48097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arr[i]就是*(arr+i)：指针当数组名用，下标照样使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96112" y="52806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sizeof(arr)算的是指针大小不是数组大小，长度要自己用变量记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free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free：借了要还，一对一配对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033272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033272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813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free(p);        // 把p指向的格子还给堆
p = NULL;       // 规矩：还完把地址清掉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363016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栈上的格子自动回收，堆上的不会：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不还就一直占着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10108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一次malloc配一次free，谁要的地方谁负责还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457200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free只管还格子，不会碰你的指针，p里还留着老地址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本节难忘时刻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内存泄漏：要了不还，地盘越积越多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50876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508760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289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while(1){
    int *p = (int *)malloc(sizeof(int) * 1000);
    // 干完活直接进下一轮，忘了free
}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410565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每一轮都要1000格，一轮都不还，堆越吃越满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576572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编译器不提醒，程序不报错，只是内存悄悄见底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504748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泄漏的可怕在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积累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：单次看不出，跑久了才崩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悬空指针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free之后：指针还指着老地方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free只收回格子，p里存的地址一个字没动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这片格子可能已经给了别人，你再*p就是动别人的东西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规矩：free之后紧跟一句p = NULL，把钥匙作废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兄弟知识点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malloc的邻居：calloc、realloc、new/delete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calloc：申请的同时把格子清零，多一步初始化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realloc：把已申请的格子扩大或缩小，搬家带数据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C++的new/delete：堆内存的另一套申请归还写法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380847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这三样本课不展开，读代码碰到能认出来即可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选型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栈还是堆：按需求选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5272888"/>
                <a:gridCol w="5272888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场景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选谁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大小固定、函数内用完就扔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栈上局部变量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大小运行时才知道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堆上malloc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数据要在函数之间传下去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堆上malloc，传地址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4306824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能用栈就别上堆：栈自动管理，堆要自己记账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本节小结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今天就三件事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内存三区：静态区、栈、堆；堆上的空间要自己申请自己还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malloc三件套：申请、判空、使用；一次malloc配一次free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两大事故：泄漏是要了不还，悬空是还了还指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899916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下一节：引用与参数传递，函数怎么改外面的变量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课后任务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1道跟练 ＋ 1道模仿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跟练题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：malloc一个int的格子，判空后存入88，打印，free，置NULL，全程画内存图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09544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模仿题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：读入n，malloc n个int的格子，用循环填0到n-1再打印，最后free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40233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要求：默写malloc三件套与free配对；纸上画图后再上机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585716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参考答案在本PPT最后两页，课后自行对照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参考答案 · 跟练题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跟练题参考答案（自行对照）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221992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221992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002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malloc全流程：申请→判空→使用→归还→置NULL
int *p = (int *)malloc(sizeof(int));
if (p == NULL) return 1;
*p = 88;
printf("%d\n", *p);   // 88
free(p);
p = NULL;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4818888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内存图四步：申请后箭头跨区指堆→填值→free后格子涂掉箭头还在→置NULL箭头消失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563270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判空和置NULL都不能省，一个防申请失败，一个防悬空指针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17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参考答案 · 模仿题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模仿题参考答案（自行对照）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186625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186625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96716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动态数组完整生命周期
int n;
scanf("%d", &amp;n);
int *arr = (int *)malloc(sizeof(int) * n);
if (arr == NULL) return 1;
for(int i = 0; i &lt; n; i++) arr[i] = i;
for(int i = 0; i &lt; n; i++) printf("%d ", arr[i]);
free(arr);
arr = NULL;
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4783521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字节数是sizeof(int)乘n，不是n；循环边界i&lt;n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5178237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用完free加置NULL，有借有还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96112" y="5572953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代码省略#include &lt;stdio.h&gt;、#include &lt;stdlib.h&gt;与main骨架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动态内存</dc:title>
  <dc:subject>PptxGenJS Presentation</dc:subject>
  <dc:creator>牙膏学长</dc:creator>
  <cp:lastModifiedBy>牙膏学长</cp:lastModifiedBy>
  <cp:revision>1</cp:revision>
  <dcterms:created xsi:type="dcterms:W3CDTF">2026-09-03T12:41:03Z</dcterms:created>
  <dcterms:modified xsi:type="dcterms:W3CDTF">2026-09-03T12:41:03Z</dcterms:modified>
</cp:coreProperties>
</file>
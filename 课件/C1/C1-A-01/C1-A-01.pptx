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C语言基础阶段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第1节 初识C程序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阶段：基础 ｜ 主讲：牙膏学长 ｜ 预计35分钟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 · 本课段的定位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802 代码题的地基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用到的C语言基础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程序阅读题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约20分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看懂语法、循环、判断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算法分析题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3题 30分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写得出伪代码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3886200"/>
            <a:ext cx="10545775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本阶段目标（5节 · 约3小时）：</a:t>
            </a:r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读懂</a:t>
            </a:r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最简单的C程序，</a:t>
            </a:r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写出</a:t>
            </a:r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顺序结构的伪代码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22960" y="4430268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指针内容在C语言强化阶段展开；本阶段不要求看懂指针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 · 本课段目录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C语言基础阶段目录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第1节（本节）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程序骨架：main、printf、#define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35min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第2节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数据类型、变量、scanf/printf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35min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第3节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运算符：算术、关系、逻辑、%取模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30min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第4节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分支（if/switch）与循环（while/for）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40min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第5节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函数、数组、字符数组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40min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14807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每节一个新概念；学完本阶段，进入指针与结构体强化阶段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 · 选课建议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按自己的情况选择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你的情况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建议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没写过代码 / 跨考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从第1节开始完整学习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学过C，大部分遗忘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按目录选听生疏的节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能独立写简单程序（if、循环、数组）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跳过本阶段，直接进入强化阶段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 · 学习要求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四条学习要求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：视频里写一行，跟着写一行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手撕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：课后合上笔记，凭记忆把代码写出来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默写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：基础模板代码要能默写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课后题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：每节1道跟练题＋1道模仿题，答案在讲稿附录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370832"/>
            <a:ext cx="10545775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本阶段只讲</a:t>
            </a:r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怎么用</a:t>
            </a:r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；涉及地址、指针的原理，统一放到强化阶段讲解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0574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课段导学结束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916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第1节 初识C程序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0" y="370332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学完能看懂一个完整程序的每一行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正课开始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先看一个东西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这两行字，是怎么跑到屏幕上的？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395728"/>
            <a:ext cx="50292" cy="103327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printf("你好，重邮802！\n");
printf("我是牙膏学长\n");
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630168"/>
            <a:ext cx="10545775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你看得懂它在干嘛，但</a:t>
            </a:r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说不清原理</a:t>
            </a:r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？——很正常。这节课之后，你不但看得懂，还能自己写出来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思想先行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程序是什么？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环节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输入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数据（后面章节再说）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处理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按指令一步步算（就是代码）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把结果告诉人（printf打印）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计算机只认0和1，</a:t>
            </a:r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C语言是翻译官</a:t>
            </a:r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：你写的C代码，经编译器翻译成0和1，电脑才执行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22960" y="485089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802考的是伪代码——现在先学完整程序，骨架熟练后再谈简化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思想先行 · 程序怎么跑起来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从源代码到屏幕上的字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阶段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产物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发生了什么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写代码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hello.c（源代码）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你用C语言写下想法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编译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hello.exe（可执行文件）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编译器把C代码翻译成机器能执行的指令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运行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屏幕输出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电脑执行可执行文件，打出两行字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30682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改了源代码必须重新编译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，exe不会自己跟着变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477774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编译器很严格：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少一个分号，它就拒绝编译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，一行都跑不起来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第一个完整程序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C程序的骨架：五部分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54532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54532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3258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头文件：引入别人写好的工具（printf在这里）
#include &lt;stdio.h&gt;
// 宏定义：给常量起名字
#define MaxSize 1000
// 主函数：程序从这里开始执行
int main(){
    // 函数体：一条条指令
    printf("你好，重邮802！\n");
    // return 0：告诉系统"正常结束"
    return 0;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14222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头文件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：借工具，printf住在stdio.h这个仓库里，不借进来编译器不认识它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53693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宏定义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：给1000起名叫MaxSize，后面写MaxSize就是1000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93165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主函数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：程序的大门，不管代码多少，都从main开始执行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632636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函数体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：花括号里的指令，从上往下一条条执行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672108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return 0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：跟系统报信，0表示正常结束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四个关键点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初学者最容易栽的四个坑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关键点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它是干嘛的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弄错会怎样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main是入口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程序永远从main开始执行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读陌生代码先找main，找不到就读不懂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printf原样输出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双引号里写啥屏幕出啥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写错别字、写空格都照打不误，电脑不纠错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\n是一个整体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换行，只让光标跳到下一行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写成/n或漏写，所有输出挤成一行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分号收尾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每条语句末尾必须有分号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漏一个就编译报错，报错位置还常不在漏的那行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两个小工具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#define 与注释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98424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984248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MaxSize 1000      // 给1000起个名字：MaxSize
#define PI 3.14            // 以后写PI，就是3.14
// 这是单行注释：解释这行在干嘛（考试写"算法思想"靠它）
/* 这是多行注释
   可以写好几行 */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5811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#define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：给常量起名字，改一处全变——802真题里 MaxSize 就是这样来的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3949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注释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：写给人看的，电脑忽略——考试要求写算法思想，就是注释的放大版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亲眼看报错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编译器会怎么骂你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printf("你好")          // 少分号
Int main()              // 大小写写混，int必须小写
printf("你好");         // 中文引号
int main(){             // 左花括号没配右花括号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这四种错，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犯一个编译器报一个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，报错信息是英文，但翻来覆去就这四类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养成习惯：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写完先扫一遍分号、引号、花括号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，再编译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板书推演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从零手写第一个程序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任务：在白纸上写出完整程序，让屏幕打印两行字（含换行、分号、return 0）。分六步：头文件 → main开头 → 第一行printf → 第二行printf → return 0 → 补右花括号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10545775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0C9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534924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此处板书推演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板书结论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写出来的程序长这样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97879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97879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759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
int main(){
    printf("第一行\n");
    printf("第二行\n");
    return 0;
}
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575688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运行结果：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5044318"/>
            <a:ext cx="10545775" cy="103093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5044318"/>
            <a:ext cx="50292" cy="103093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5154046"/>
            <a:ext cx="10033711" cy="8114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第一行
第二行
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本节总结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程序骨架：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头文件 ＋ 宏定义 ＋ main函数 ＋ 函数体 ＋ return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程序跑起来的路：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源代码 → 编译 → 运行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易错点：忘分号 / 大小写混用 / 中文引号 / 花括号不配对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1道跟练 ＋ 1道模仿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：写一个程序，分三行输出你的名字、你的本科学校、你的考研目标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模仿题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：把课上的程序改一改，用一条printf打印三行诗（提示：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可以放在中间）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771900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参考答案在本PPT最后两页，课后自行对照；要求：合上笔记能默写main框架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22199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22199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
int main(){
    printf("张三\n");
    printf("某大学\n");
    printf("重庆邮电大学\n");
    return 0;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8188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三行 printf，每行末尾各带一个换行符；把内容换成你自己的姓名、学校、目标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28980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一个 printf 管一行，分号、双引号、换行符一样都不能少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模仿题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模仿题参考答案（自行对照）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7465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74650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
int main(){
    printf("第一行诗\n第二行诗\n第三行诗\n");
    return 0;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3434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只用一条 printf 也能出三行：换行符放进字符串中间照样换行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81431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换行符是反斜杠加字母 n 两字符组成的整体，别拆开、别写成斜杠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初识C程序</dc:title>
  <dc:subject>PptxGenJS Presentation</dc:subject>
  <dc:creator>牙膏学长</dc:creator>
  <cp:lastModifiedBy>牙膏学长</cp:lastModifiedBy>
  <cp:revision>1</cp:revision>
  <dcterms:created xsi:type="dcterms:W3CDTF">2026-09-14T02:08:54Z</dcterms:created>
  <dcterms:modified xsi:type="dcterms:W3CDTF">2026-09-14T02:08:54Z</dcterms:modified>
</cp:coreProperties>
</file>
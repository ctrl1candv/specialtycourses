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本课段的定位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 代码题的地基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用到的C语言基础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看懂语法、循环、判断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 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写得出伪代码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3886200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本阶段目标（5节 · 约3小时）：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读懂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最简单的C程序，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写出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顺序结构的伪代码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43026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指针内容在C语言强化阶段展开；本阶段不要求看懂指针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本课段目录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C语言基础阶段目录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节次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第1节（本节）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程序骨架：main、printf、#define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第2节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数据类型、变量、scanf/printf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第3节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运算符：算术、关系、逻辑、%取模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第4节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分支（if/switch）与循环（while/for）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第5节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函数、数组、字符数组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40min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每节一个新概念；学完本阶段，进入指针与结构体强化阶段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选课建议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按自己的情况选择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你的情况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没写过代码 / 跨考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从第1节开始完整学习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学过C，大部分遗忘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按目录选听生疏的节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能独立写简单程序（if、循环、数组）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跳过本阶段，直接进入强化阶段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 · 学习要求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四条学习要求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：视频里写一行，跟着写一行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手撕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：课后合上笔记，凭记忆把代码写出来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默写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：基础模板代码要能默写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课后题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：每节1道跟练题＋1道模仿题，答案在讲稿附录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本阶段只讲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怎么用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；涉及地址、指针的原理，统一放到强化阶段讲解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课段导学结束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第1节 初识C程序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学完能看懂一个完整程序的每一行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正课开始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先看一个东西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这两行字，是怎么跑到屏幕上的？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printf("你好，重邮802！\n");
printf("我是牙膏学长\n");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30168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你看得懂它在干嘛，但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说不清原理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？——很正常。这节课之后，你不但看得懂，还能自己写出来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程序是什么？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数据（后面章节再说）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按指令一步步算（就是代码）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把结果告诉人（printf打印）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4160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计算机只懂0和1，</a:t>
            </a:r>
            <a:pPr algn="l" indent="0" marL="0">
              <a:buNone/>
            </a:pPr>
            <a:r>
              <a:rPr lang="en-US" b="1" dirty="0">
                <a:solidFill>
                  <a:srgbClr val="000000"/>
                </a:solidFill>
              </a:rPr>
              <a:t>C语言是翻译官</a:t>
            </a:r>
            <a:pPr algn="l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：你把想法写成C代码，它翻译给电脑执行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485089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802考的是伪代码——翻译官的标准动作，我们一个个学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第一个完整程序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C程序的骨架：五部分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17296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953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头文件：引入别人写好的工具（printf在这里）
#include &lt;stdio.h&gt;
// 宏定义：给常量起名字
#define MaxSize 1000
// 主函数：程序从这里开始执行
int main(){
    // 函数体：一条条指令
    printf("你好，重邮802！\n");
    // return 0：告诉系统"正常结束"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769864"/>
            <a:ext cx="10545775" cy="339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先记五个名字，后面的课逐个拆开讲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代码精讲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逐行读懂：第一个程序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        // 头文件：printf在这里定义
#define MaxSize 1000      // 宏定义：以后写MaxSize就是1000
int main(){               // 主函数：程序入口
    printf("你好！\n");    // 输出文字，\n是换行
    return 0;              // 正常结束
}
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main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：程序的大门，不管代码多少，都从main开始执行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5033010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printf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：输出工具，双引号里写什么，屏幕就打印什么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484876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\n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：换行，没有它所有文字挤在一行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5936742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;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：一条语句的句号，不能丢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两个小工具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与注释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给1000起个名字：MaxSize
#define PI 3.14            // 以后写PI，就是3.14
// 这是单行注释：解释这行在干嘛（考试写"算法思想"靠它）
/* 这是多行注释
   可以写好几行 */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5811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#define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：给常量起名字，改一处全变——802真题里 MaxSize 就是这样来的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53949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注释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：写给人看的，电脑忽略——考试要求写算法思想，就是注释的放大版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从零手写第一个程序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任务：在白纸上写出完整程序，让屏幕打印两行字（含换行、分号、return 0）。分六步：头文件 → main开头 → 第一行printf → 第二行printf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写出来的程序长这样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printf("第一行\n");
    printf("第二行\n");
    return 0;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58114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049774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5159502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第一行
第二行
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一句话：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程序 = main入口 ＋ printf输出 ＋ 分号结尾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本节没有算法，不分析复杂度，这个环节从下一节开始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易错点：忘分号 / 大小写混用 / 中文引号 / 花括号不配对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这四个错，初学阶段人人都会犯，写完检查一遍就行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：写一个程序，分三行输出你的名字、你的本科学校、你的考研目标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：把课上你好程序改一改，用一条printf打印三行诗（提示：\n可以放在中间）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写完对照讲稿附录的参考答案；要求：合上笔记能默写main框架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初识C程序</dc:title>
  <dc:subject>PptxGenJS Presentation</dc:subject>
  <dc:creator>牙膏学长</dc:creator>
  <cp:lastModifiedBy>牙膏学长</cp:lastModifiedBy>
  <cp:revision>1</cp:revision>
  <dcterms:created xsi:type="dcterms:W3CDTF">2026-08-08T01:21:53Z</dcterms:created>
  <dcterms:modified xsi:type="dcterms:W3CDTF">2026-08-08T01:21:53Z</dcterms:modified>
</cp:coreProperties>
</file>
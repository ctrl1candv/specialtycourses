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21488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重邮802 数据结构代码课程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2834640"/>
            <a:ext cx="12191695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C语言强化阶段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第6节 递归与综合实战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0" y="48463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阶段：强化 ｜ 主讲：牙膏学长 ｜ 预计50分钟 ｜ 资料答疑：伴梦研途QQ群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函数调用自己，允许吗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508760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508760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countdown(int n){
    printf("%d ", n);
    countdown(n - 1);      // 函数调用自己
}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410565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允许，这叫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递归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：函数自己调自己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57657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但这段代码有问题：它永远停不下来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504748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本节目标：学会递归的三要素，看懂调用栈，最后从零手写顺序表和单链表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递归三要素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递归三要素：终止、缩小、返回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508760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508760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fact(int n){           // 求n的阶乘
    if (n == 0) return 1;  // ① 终止条件
    return n * fact(n - 1);// ② 缩小规模 ③ 返回结果
}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410565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终止条件：什么时候不再调用自己，没有它就是无底洞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57657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缩小规模：每次调用都要离终止更近一步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504748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返回值：把自己这层的结果交回给上一层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调用栈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递归怎么运行：一层一层展开，再一层一层收回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fact(3)调fact(2)，fact(2)调fact(1)，一路到fact(0)触发终止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32095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每层调用都有自己的格子：参数n各是各的，互不干扰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6804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收回时逐层交结果：1、1、2、6，最后fact(3)返回6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动画演示 · 调用栈（本页逐条动画出现）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fact(3)的调用栈：展开与收回（不手写，跟着画）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① 竖着叠四层框：fact(3)、fact(2)、fact(1)、fact(0)，每层标自己的n，向下箭头是调用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32095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② 从fact(0)往上画返回箭头：逐层交回1、1、2、6，向上箭头是返回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对比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递归与迭代：一套问题，两种写法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508760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508760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迭代版阶乘
int result = 1;
for(int i = 1; i &lt;= n; i++)
    result = result * i;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410565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迭代靠循环，一层格子从头跑到尾；递归靠调用，层数随问题展开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57657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阶乘这种问题，迭代更省；递归的优势在结构自带层次的问题上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504748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两种都要会：读代码要都认得，写代码按问题选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两个事故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递归的两大事故：无限递归与重复爆炸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508760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508760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fib(int n){
    if(n &lt;= 1) return n;
    return fib(n - 1) + fib(n - 2);
}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410565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忘写终止条件：一层层调下去，栈被撑爆，程序崩溃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57657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斐波那契的写法里，同样的子问题被反复算，n稍大就慢到不能忍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504748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规矩：写递归先写终止条件；看见重复计算，知道有更聪明的记结果写法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综合实战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从零手写顺序表：数组加长度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508760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508760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struct List {
    int data[10];    // 数据存这里
    int length;      // 当前存了几个
};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410565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顺序表 = 数组 + 一个记录长度的数，打包成结构体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57657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length是命根子：没有它，不知道表里有几个数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504748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前三节的工具全用上了：结构体、数组、成员访问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顺序表操作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顺序表的初始化和插入：引用传参上岗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2152085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2152085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193262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initList(struct List &amp;L){
    L.length = 0;
}
void insert(struct List &amp;L, int x){
    L.data[L.length] = x;
    L.length++;
}
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96112" y="4748981"/>
            <a:ext cx="10454335" cy="3787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00000"/>
                </a:solidFill>
              </a:rPr>
              <a:t>参数写&amp;：函数改的就是外面的表，上节课的引用传参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96112" y="5200847"/>
            <a:ext cx="10454335" cy="3787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00000"/>
                </a:solidFill>
              </a:rPr>
              <a:t>插入就两步：放进length那格，length加1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96112" y="5652713"/>
            <a:ext cx="10454335" cy="3787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00000"/>
                </a:solidFill>
              </a:rPr>
              <a:t>main里造表、初始化、插几个数、遍历，一个能跑的表就成了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转向链表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顺序表的短板：格子必须连成一片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数组开多大写死，满了就装不下；中间插入还得搬一堆元素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换个思路：结点散着住，用指针把它们串起来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这就是链表：数据结构课的主角，今天先把它从零造出来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链表结点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结点定义：数据加一个指向同类结点的指针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508760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508760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struct Node {
    int data;              // 数据
    struct Node *next;     // 指向下一个结点
};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410565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成员next的类型是struct Node *：指向自己的同类，这叫自引用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57657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定义里写全struct Node，不能省，此刻别名还不存在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504748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一个结点的样子：一格数据，一把指向下一个结点的钥匙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造链表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malloc造结点，next串起来，指针走一遍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271016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271016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struct Node *p = (struct Node *)malloc(sizeof(struct Node));
p-&gt;data = 10;
p-&gt;next = NULL;      // 暂时没有下一个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386791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结点住堆上：malloc申请，箭头指过去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3388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两个结点这样串：前一个的next存后一个的地址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48097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遍历就一句套路：p = p-&gt;next，沿着箭头一个一个走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动画演示 · 单链表（本页逐条动画出现）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三个结点的单链表：造、串、走（不手写，跟着画）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① 横着画三个分离的结点，每个分两格：左data右next（散着住，不连片）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② 填数据10、20、30，next互串，最后一个next填NULL，箭头从next格指出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680460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③ 画p从头走到尾：每轮p = p-&gt;next挪一步，打印10、20、30，p变NULL循环停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本节小结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今天就三件事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递归三要素：终止条件、缩小规模、返回值；运行过程是调用栈的展开与收回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顺序表：数组加length，插入改length，引用传参让函数改得动表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单链表：结点带next，malloc造、指针串、p = p-&gt;next走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3899916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强化阶段到此完结；这六节课的工具，是数据结构课全部代码的地基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课后任务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1道跟练 ＋ 1道模仿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跟练题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：手写阶乘的递归版与迭代版，都跑通，再把fact(3)的调用栈画一遍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模仿题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：malloc三个结点，数据1、2、3，串成链表，用p = p-&gt;next遍历打印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6804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要求：顺序表的定义与insert、链表结点定义，合上资料能默写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4242816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参考答案在本PPT最后两页，课后自行对照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参考答案 · 跟练题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跟练题参考答案（自行对照）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984248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984248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1764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阶乘递归版（fact(5)=120）
int fact(int n){
    if (n == 0) return 1;    // 终止条件
    return n * fact(n - 1);  // 缩小 + 返回
}
// 迭代版：result=1; for(i=1;i&lt;=n;i++) result*=i;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45811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fact(3)调用栈：3→2→1→0四层展开，返回1、1、2、6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50520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迭代版只用result和i两个变量，空间从头到尾不变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参考答案 · 模仿题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模仿题参考答案（自行对照）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2253654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2253654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20341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三结点单链表：造、串、走、还
struct Node { int data; struct Node *next; };
struct Node *a = (struct Node *)malloc(sizeof(struct Node));
// b、c同样造法，判空不能省；data分别填1、2、3
a-&gt;next = b;  b-&gt;next = c;  c-&gt;next = NULL;
struct Node *p = a;
while(p != NULL){ printf("%d ", p-&gt;data); p = p-&gt;next; }
free(a); free(b); free(c);
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96112" y="4850550"/>
            <a:ext cx="10454335" cy="359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00000"/>
                </a:solidFill>
              </a:rPr>
              <a:t>输出1 2 3；串联就是前一个的next存后一个的地址，遍历到NULL停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96112" y="5283366"/>
            <a:ext cx="10454335" cy="359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00000"/>
                </a:solidFill>
              </a:rPr>
              <a:t>三个结点都要free，有借有还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96112" y="5716182"/>
            <a:ext cx="10454335" cy="359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00000"/>
                </a:solidFill>
              </a:rPr>
              <a:t>代码省略头文件与main骨架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递归与综合实战</dc:title>
  <dc:subject>PptxGenJS Presentation</dc:subject>
  <dc:creator>牙膏学长</dc:creator>
  <cp:lastModifiedBy>牙膏学长</cp:lastModifiedBy>
  <cp:revision>1</cp:revision>
  <dcterms:created xsi:type="dcterms:W3CDTF">2026-09-02T09:26:58Z</dcterms:created>
  <dcterms:modified xsi:type="dcterms:W3CDTF">2026-09-02T09:26:58Z</dcterms:modified>
</cp:coreProperties>
</file>
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 指针运算与数组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基础阶段留下的两个为什么，今天一次解开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基础阶段讲数组时留了两个为什么：下标为什么从0开始；越界为什么危险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上节课我们拿到了指针这个工具，今天就用它把这两个问题一次解开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本节目标：会指针运算，能从地址的角度看懂数组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指针运算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p+1不是加1个字节，是往前走一格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10;
int *p = &amp;x;
printf("%p", p);      // 假设打印1000
printf("%p", p + 1);  // 1004：一个int占4字节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指针加1，挪的是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指向类型的一格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：int*挪4字节，char*挪1字节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上节课说类型决定盒子大小，这里接上了：盒子多大，步子就多大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p+n就是从当前位置往前n格，这是看懂数组的数学基础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顺带说清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i++与++i：先用再加，先加再用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3;
printf("%d", i++);   // 先打印3，i再变4
printf("%d", ++i);   // i先变5，再打印5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i++：先按现在的值办事，办完再加；++i：先加，再办事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代码里绝大多数是用先再加的写法：循环里的i++，遍历里的p++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读代码时把i++理解成"这一轮用完再加"，就够用了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数组的地址视角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数组名是首元素的地址，a[i]就是*(a+i)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 = {10, 20, 30, 40, 50};
printf("%p", a);          // a[0]的地址，不用写&amp;
printf("%d", *(a + 2));   // 30：等价于a[2]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数组的格子连成一片，中间不留空；a指向第一格，a+1指向第二格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a[2]等价于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(a+2)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：从起点数2格，取那一格的值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遍历数组的for，本质就是指针一格一格往后走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钩子兑现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下标为什么从0：0表示起点自己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下标表示的是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离起点几格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：a[1]离起点1格，a[2]离起点2格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a[0]离起点0格，就是起点自己；从0数，一切顺理成章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要是从1开始，起点自己反而要写成a[1]，每次换算还得减1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数组名与指针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数组名不是指针变量：a不能改指向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a[5];
int *p = a;
p++;        // 合法：p是变量，可以挪
// a++;     // 非法：a是固定地址，不是变量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a的值是首格地址，但它自己不是一个能重新赋值的格子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sizeof(a)是整个数组的大小，sizeof(p)只是一个指针的大小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求元素个数的技巧：sizeof(a)/sizeof(a[0])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下标法与指针法：一套逻辑，两种写法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 = 0; i &lt; 5; i++)
    printf("%d", a[i]);      // 下标法
for(p = a; p &lt;= a + 4; p++)
    printf("%d", *p);        // 指针法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五个连续格子，p从a[0]出发每轮走一格：正好五轮，打印五个数（画图跟一遍）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两种写法逻辑完全等价：下标法易读，指针法贴近机器干活的方式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指针版循环的边界：p走到a+4为止，写成a+5就多走一格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5184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阅读题的循环边界挖空常考这一类，会画图就数得出来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越界：踩进了别人的格子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 = {10, 20, 30, 40, 50};
int b = 100;
a[5] = 999;           // 没有a[5]这一格：写进了别人的地盘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a[5]只有下标0—4这五格，a[5]是第六格——那片内存住着别的变量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编译器多半不报错，值被悄悄改掉，错得无声无息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越界危险的真正原因：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不是程序不让，是那片内存不归你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越界规矩：最大下标是n-1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长度是n，下标就是0到n-1，多走一步都是别人的地盘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写循环先问一句：这个数组最大下标是多少；条件里默念一遍再落笔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指针遍历同理：终点是a+n-1，条件写p &lt;= a+n-1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钩子兑现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scanf吃回车的救法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n;
char ch;
scanf("%d", &amp;n);
ch = getchar();       // 收走敲数字留下的回车
scanf("%c", &amp;ch);     // 或者写成 scanf(" %c", &amp;ch);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敲完数字的回车留在缓冲区，被%c收走，看起来像这行被跳过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两种救法记一种：getchar()收走，或者%c前加空格挡掉空白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这个坑基础阶段留到了今天，现在填完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今天就三件事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指针加1按指向类型挪格子；p+n就是往前n格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a[i]就是*(a+i)：下标是偏移量，0表示起点自己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越界是踩进别人的内存，多半不报错；最大下标是n-1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下一节：结构体与typedef，数据结构的结点就是用它们定义的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：声明int a[5]={10,20,30,40,50}，只用指针p从a走到a+4依次打印，画出每一轮p的位置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：同一个数组，让p从a+4出发，用p--倒着走，把五个数倒序打印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要求：先在纸上预测打印结果，再上机验证；合上资料能默写 *(a+i) 和 p &lt;= a+4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指针正向遍历（a[5]={10,20,30,40,50}）
int *p = a;
while(p &lt;= a + 4){
    printf("%d ", *p);
    p++;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输出10 20 30 40 50；p从a出发，每轮打印*p后p++，走到a+4为止，共五轮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3949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两个坑：条件写p&lt;=a+5多走一格；先p++再打印会跳过第一个数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指针反向遍历
int *p = a + 4;
while(p &gt;= a){
    printf("%d ", *p);
    p--;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输出50 40 30 20 10；起点换终点，方向反过来，每轮p--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条件是p&gt;=a，走到首格为止，少走一格就漏数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5229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代码省略#include &lt;stdio.h&gt;与main骨架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指针运算与数组</dc:title>
  <dc:subject>PptxGenJS Presentation</dc:subject>
  <dc:creator>牙膏学长</dc:creator>
  <cp:lastModifiedBy>牙膏学长</cp:lastModifiedBy>
  <cp:revision>1</cp:revision>
  <dcterms:created xsi:type="dcterms:W3CDTF">2026-09-03T12:41:03Z</dcterms:created>
  <dcterms:modified xsi:type="dcterms:W3CDTF">2026-09-03T12:41:03Z</dcterms:modified>
</cp:coreProperties>
</file>
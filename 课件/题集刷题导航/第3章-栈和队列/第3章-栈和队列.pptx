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重邮考研802 数据结构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习题集题目勾画 · 第3章 栈和队列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严蔚敏《数据结构题集（第2版）》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依据：802考情与2020—2026真题 · 主讲：牙膏学长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本章勾画总览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第3章三档题量与用法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占比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有价值必做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对应真题题型，逐题精做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可做可不做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56%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在纲内、考频低，限时巩固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完全不做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超纲或无对应题型，直接跳过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题号口径：选N＝本章单项选择题第N题，答N＝解答题第N题，算N＝算法设计题第N题；页码为题集PDF页（书页＝PDF页−9）。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必做题（1/3）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3选1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出栈序列计数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3个元素的出栈排列个数，2025填空2同型（Catalan）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3选2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出栈序列判断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合法输出序列辨析，真题高频手算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3选16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循环队列指针变化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出队后队头指针取模计算，2026填空7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3选17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循环队列长度公式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元素个数公式，2024填空1同源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3选19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非标准约定求队头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只设rear+length求队头位置，2024填空1同型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3选21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栈队联合模拟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出栈立即入队、给定出队序求栈最小容量，栈队联合手算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必做题（2/3）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3答3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读栈代码写输出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程序阅读同型（栈操作代码）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3答4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读栈代码说功能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程序阅读「描述功能「同型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3答7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表达式求值栈过程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画运算符栈/运算数栈变化，2024填空2、2025填空5的直接前置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3答12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读队列代码写输出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程序阅读同型（队列操作代码）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3答13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读栈队代码说功能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程序阅读同型（栈队混合代码）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3算1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双向栈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共享一维数组双向栈初始化/入栈/出栈，2026程序阅读2同型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必做题（3/3）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3算5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括号匹配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三种括号嵌套匹配判别，栈应用考点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3算6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队列洪泛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图像区域颜色置换（邻域扩散），2023像素距离图（多源BFS）同族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3算7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中缀转后缀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表达式转逆波兰式算法化，2024填空2深化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3算14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循环链表队列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只设尾指针的循环链表队列全套操作，2025程序阅读3同型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3算15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循环队列判满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tag标志域区分队空队满，判满三策略之一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3算16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非标准约定队列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rear+length约定的全套操作，2024填空1深化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可做可不做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可做可不做清单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选择题：栈队概念巩固（存储结构、上下溢、判空…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选3—15、18、20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解答题：栈队概念与应用巩固（栈表差异、递推改…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答1、2、8—11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算法设计题：栈队应用巩固（调度模拟、回文、递…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算2—4、8—12、17、18、20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完全不做清单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双端队列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选22、23；答14；算19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证明与推导题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答5、6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Ackerman函数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算13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使用建议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第3章刷题路线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必做18题：逐题精做，对照题集中所注真题年份回头验一遍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可做可不做32题：一轮复习时限时过，二轮只看错题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完全不做7题：直接跳过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知识点回看：重邮数据结构笔记「栈队和数组」对应小节；答疑进页面底部群。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栈和队列 题目勾画</dc:title>
  <dc:subject>PptxGenJS Presentation</dc:subject>
  <dc:creator>牙膏学长</dc:creator>
  <cp:lastModifiedBy>牙膏学长</cp:lastModifiedBy>
  <cp:revision>1</cp:revision>
  <dcterms:created xsi:type="dcterms:W3CDTF">2026-08-23T09:01:04Z</dcterms:created>
  <dcterms:modified xsi:type="dcterms:W3CDTF">2026-08-23T09:01:04Z</dcterms:modified>
</cp:coreProperties>
</file>
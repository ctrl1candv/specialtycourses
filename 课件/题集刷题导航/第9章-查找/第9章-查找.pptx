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习题集题目勾画 · 第9章 查找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第9章三档题量与用法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占比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有价值必做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可做可不做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58%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在纲内、考频低，限时巩固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超纲或无对应题型，直接跳过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必做题（1/3）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9选2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折半比较次数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三关键字比较次数，2026填13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9选4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折半比较序列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二分查b的比较序列，2025综合4(2)(3)同型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9选7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BST插入序列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判不可能生成给定BST的序列，2026综合18(1)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9选10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BST的ASL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完全二叉形态BST求ASL，2024综合6(1)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9选12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BST查找路径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判不可能的查找路径，BST路径性质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9选14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AVL插入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1..7插入AVL求平衡因子0结点数，2024填5原题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必做题（2/3）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9选20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AVL插入旋转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插62后求结点孩子，2026综合18(3)（平衡调整）同型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9选68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散列同义词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%13判同义词，2026综合17（H=Key%13）第一步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9答2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折半查找过程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画查e/f/g过程，折半手算（2026综合23族）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9答3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折半判定树+ASL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画判定树求成功ASL，2026综合23(1)(3)/2025综合4…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9答9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BST/折半/AVL三合一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长度12的表三小问（依次插入BST+ASL／排序后折半ASL／构造AVL+ASL），2024综合6原题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9答26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再散列建表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开放定址+再散列函数建表，2025综合2原题（双散列）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必做题（3/3）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9答27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建表+ASL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按装填因子建散列表并算ASL，2024综合2同型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9答28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两种冲突处理对比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同关键字建两表对比，2026综合17(1)(2)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9算1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哨兵顺序查找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监视哨改写+判定树+ASL，顺序哨兵法在数据结构强化课大纲内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9算7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判BST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递归判二叉排序树，2024算法设计1原题（递归三件套+范围）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选择题：查找概念巩固（顺序/折半条件、BST…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选1、3、5、6、8、9、11、13、15—19…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（续）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21—34、41—53、64—67、69—71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解答题：查找域内巩固（顺序表ASL讨论、递归…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答1、4—7、10、11、16—21、29—31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算法设计题：查找域内代码巩固（折半改写、分块…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算2—4、8—16、19、20、27—29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完全不做清单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红黑树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选35—40；答12—15；算17、18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跳跃表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选54—58；答22—24；算21—24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Trie树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选59—63；答25；算25、26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布隆过滤器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选72—75；答32、33；算30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次优查找树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自组织表查找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算5、6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第9章刷题路线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必做16题：逐题精做，对照题集中所注真题年份回头验一遍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可做可不做80题：一轮复习时限时过，二轮只看错题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完全不做42题：直接跳过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知识点回看：重邮数据结构笔记「查找」对应小节；答疑进页面底部群。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查找 题目勾画</dc:title>
  <dc:subject>PptxGenJS Presentation</dc:subject>
  <dc:creator>牙膏学长</dc:creator>
  <cp:lastModifiedBy>牙膏学长</cp:lastModifiedBy>
  <cp:revision>1</cp:revision>
  <dcterms:created xsi:type="dcterms:W3CDTF">2026-08-23T09:01:06Z</dcterms:created>
  <dcterms:modified xsi:type="dcterms:W3CDTF">2026-08-23T09:01:06Z</dcterms:modified>
</cp:coreProperties>
</file>
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3" r:id="rId10"/>
    <p:sldId id="262" r:id="rId11"/>
    <p:sldId id="264" r:id="rId12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习题集题目勾画 · 第2章 线性表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第2章三档题量与用法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6" cy="1682496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方向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题数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占比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定位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有价值必做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31%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可做可不做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49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65%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完全不做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4%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必做题（1/4）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2选17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指针语句操作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删除后继的语句级操作，程序阅读挖空直考形态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2选18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指针语句操作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p后插s的两语句次序（2024阅读2考的是前插需先找前驱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2答4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指针代码画图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执行程序段画链表结果图，读指针代码的基本功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2答5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指针代码画图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同上，画指针与链表示意图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结点插入语句序列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无头结点前插/后插选语句，2024阅读2同型（前插需先找前驱）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结点插入语句序列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带头结点版本，认结构（有无头结点）对比训练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必做题（2/4）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双链表指针次序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双向链表中间结点插删选语句，2025阅读2同型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2答9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读代码说功能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简述链表算法功能，程序阅读「描述功能「题型同型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2答10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读代码纠错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分析链表函数能否安全完成并改正，程序阅读变式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有序表比较（双指针）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除去最大公共前缀后比较A、B大小：双指针比较推进骨架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2算4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中位数（二分/归并）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等长有序表找共同中位数，二分改判定模板训练（408真题）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倒数第k（快慢指针）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2025算法设计1原题，快慢指针模板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必做题（3/4）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2算12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条件删除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有序链表删(mink,maxk)区间，条件删除·前驱跟随模板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2算15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顺序表逆置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就地逆置模板（顺序表版）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2算17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单链表逆置（头插法）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头插法模板核心，2024阅读3、2023循环段倒置用同一动作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2算21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归并成递减表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递增A、B归并为递减C（头插法），2024程序阅读3同型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2算27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交集+空间利用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单链表交集且利用A空间，2026程序阅读3同族（归并+释放结点）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2算30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循环链表删除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无头指针循环链表删前驱，2026约瑟夫环的核心动作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必做题（4/4）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822960" y="2395728"/>
          <a:ext cx="10545775" cy="2523744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2算31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循环链表双向化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一遍遍历填prior改双向循环，2020双向循环改造同族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2算32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拆表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按类拆成三个链表，拆表模板（2022多项式分解同族）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2算37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链表重排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双向循环链表奇偶位置重排，断链拼接模板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2算41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多项式求导（拆表）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循环链表稀疏多项式求导、利用原结点空间并释放无用结点，2022真题1同结构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2算42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多项式奇偶分解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循环链表多项式按奇偶拆分并利用原空间，2022真题1原题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内容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异或指针链表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算34—36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822960" y="2395728"/>
          <a:ext cx="10545775" cy="210312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分组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选择题：线性表概念与复杂度（存储结构特点、判…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选1—16、19—23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解答题：线性表概念巩固（头指针辨析、顺序链式…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答1—3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算法设计题：线性表基本操作与归并家族变式（定…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算1、2、5、7—11、13、14、16、18—20…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（续）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22—26、28、29、33、38—40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第2章刷题路线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必做23题：逐题精做，对照题集中所注真题年份回头验一遍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可做可不做49题：一轮复习时限时过，二轮只看错题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完全不做3题：直接跳过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知识点回看：重邮数据结构笔记「线性表」对应小节；答疑进页面底部群。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1443</Words>
  <Application>WPS 演示</Application>
  <PresentationFormat>On-screen Show (16:9)</PresentationFormat>
  <Paragraphs>290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第2章 线性表 题目勾画</dc:title>
  <dc:creator>牙膏学长</dc:creator>
  <dc:subject>PptxGenJS Presentation</dc:subject>
  <cp:lastModifiedBy>倾殇醉</cp:lastModifiedBy>
  <cp:revision>2</cp:revision>
  <dcterms:created xsi:type="dcterms:W3CDTF">2026-08-23T09:01:00Z</dcterms:created>
  <dcterms:modified xsi:type="dcterms:W3CDTF">2026-08-23T14:18:28Z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48BF13BF71A04C58B12D44BB79EC1F6C_12</vt:lpwstr>
  </property>
</Properties>
</file>
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重邮考研802 数据结构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习题集题目勾画 · 第2章 线性表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严蔚敏《数据结构题集（第2版）》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依据：802考情与2020—2026真题 · 主讲：牙膏学长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本章勾画总览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第2章三档题量与用法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636444"/>
                <a:gridCol w="2636444"/>
                <a:gridCol w="2636444"/>
                <a:gridCol w="2636444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方向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占比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定位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有价值必做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31%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对应真题题型，逐题精做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可做可不做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65%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在纲内、考频低，限时巩固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完全不做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4%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超纲或无对应题型，直接跳过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306824"/>
            <a:ext cx="10545775" cy="6446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题号口径：选N＝本章单项选择题第N题，答N＝解答题第N题，算N＝算法设计题第N题；页码为题集PDF页（书页＝PDF页−9）。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必做题（1/4）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2选17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指针语句操作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删除后继的语句级操作，程序阅读挖空直考形态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2选18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指针语句操作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p后插s的两语句次序（2024阅读2考的是前插需先找前驱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2答4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指针代码画图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执行程序段画链表结果图，读指针代码的基本功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2答5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指针代码画图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同上，画指针与链表示意图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2答6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结点插入语句序列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无头结点前插/后插选语句，2024阅读2同型（前插需先找前驱）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2答7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结点插入语句序列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带头结点版本，认结构（有无头结点）对比训练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必做题（2/4）</a:t>
            </a:r>
            <a:endParaRPr lang="en-US" sz="2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2答8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双链表指针次序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双向链表中间结点插删选语句，2025阅读2同型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2答9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读代码说功能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简述链表算法功能，程序阅读「描述功能「题型同型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2答10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读代码纠错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分析链表函数能否安全完成并改正，程序阅读变式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有序表比较（双指针）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除去最大公共前缀后比较A、B大小：双指针比较推进骨架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中位数（二分/归并）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等长有序表找共同中位数，二分改判定模板训练（408真题）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倒数第k（快慢指针）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2025算法设计1原题，快慢指针模板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必做题（3/4）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2算12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条件删除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有序链表删(mink,maxk)区间，条件删除·前驱跟随模板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2算15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顺序表逆置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就地逆置模板（顺序表版）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2算17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单链表逆置（头插法）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头插法模板核心，2024阅读3、2023循环段倒置用同一动作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2算21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归并成递减表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递增A、B归并为递减C（头插法），2024程序阅读3同型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2算27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交集+空间利用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单链表交集且利用A空间，2026程序阅读3同族（归并+释放结点）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2算30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循环链表删除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无头指针循环链表删前驱，2026约瑟夫环的核心动作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有价值必做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必做题（4/4）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468880"/>
                <a:gridCol w="670255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考点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价值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2算31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循环链表双向化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一遍遍历填prior改双向循环，2020双向循环改造同族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2算32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拆表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按类拆成三个链表，拆表模板（2022多项式分解同族）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2算37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链表重排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双向循环链表奇偶位置重排，断链拼接模板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2算41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多项式求导（拆表）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循环链表稀疏多项式求导、利用原结点空间并释放无用结点，2022真题1同结构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2算42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多项式奇偶分解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循环链表多项式按奇偶拆分并利用原空间，2022真题1原题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可做可不做清单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选择题：线性表概念与复杂度（存储结构特点、判…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选1—16、19—23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解答题：线性表概念巩固（头指针辨析、顺序链式…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答1—3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算法设计题：线性表基本操作与归并家族变式（定…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算1、2、5、7—11、13、14、16、18—20…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（续）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22—26、28、29、33、38—40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完全不做清单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4389120"/>
                <a:gridCol w="6153912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内容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题号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异或指针链表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算34—36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11887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使用建议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5727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第2章刷题路线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必做23题：逐题精做，对照题集中所注真题年份回头验一遍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可做可不做49题：一轮复习时限时过，二轮只看错题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完全不做3题：直接跳过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3899916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知识点回看：重邮数据结构笔记「线性表」对应小节；答疑进页面底部群。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线性表 题目勾画</dc:title>
  <dc:subject>PptxGenJS Presentation</dc:subject>
  <dc:creator>牙膏学长</dc:creator>
  <cp:lastModifiedBy>牙膏学长</cp:lastModifiedBy>
  <cp:revision>1</cp:revision>
  <dcterms:created xsi:type="dcterms:W3CDTF">2026-09-02T08:47:08Z</dcterms:created>
  <dcterms:modified xsi:type="dcterms:W3CDTF">2026-09-02T08:47:08Z</dcterms:modified>
</cp:coreProperties>
</file>
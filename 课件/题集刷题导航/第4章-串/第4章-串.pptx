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重邮考研802 数据结构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习题集题目勾画 · 第4章 串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严蔚敏《数据结构题集（第2版）》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依据：802考情与2020—2026真题 · 主讲：牙膏学长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本章勾画总览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第4章三档题量与用法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2636444"/>
                <a:gridCol w="2636444"/>
                <a:gridCol w="2636444"/>
                <a:gridCol w="2636444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占比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定位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有价值必做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对应真题题型，逐题精做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可做可不做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21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37%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在纲内、考频低，限时巩固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完全不做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51%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超纲或无对应题型，直接跳过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题号口径：选N＝本章单项选择题第N题，答N＝解答题第N题，算N＝算法设计题第N题；页码为题集PDF页（书页＝PDF页−9）。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必做题（1/2）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4选16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BF最坏复杂度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简单匹配最坏O(n·m)计算，复杂度结论是填空可考形态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4选17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KMP时间复杂度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O(n+m)标准结论（笔记KMP节），填空/选择可考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4选18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next数组手算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「ababa「求next，2024填3/2025填8同型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4选19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KMP失配回退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失配后i、j回退值计算，KMP手算核心动作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有价值必做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必做题（2/2）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468880"/>
                <a:gridCol w="67025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价值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4选20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KMP全程手算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匹配成功全程的指针变化，next应用的完整训练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4答7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next+nextval手算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三个串求next与nextval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4答8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nextval手算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20字符主串+模式串求nextval并匹配，填空高频真题同型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可做可不做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可做可不做清单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选择题：串的概念与存储（定义、基本运算、顺序…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选1—11、13—15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解答题：串基本运算的求值巩固（操作序列结果、…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答1—6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算法设计题：域内低频（前缀式转后缀式等，表达…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算7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完全不做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完全不做清单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1539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块链存储密度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选12；答9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串的操作与匹配代码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算1—6、8—28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使用建议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第4章刷题路线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必做7题：逐题精做，对照题集中所注真题年份回头验一遍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可做可不做21题：一轮复习时限时过，二轮只看错题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完全不做29题：直接跳过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知识点回看：重邮数据结构笔记「串（模式匹配）」对应小节；答疑进页面底部群。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第4章 串 题目勾画</dc:title>
  <dc:subject>PptxGenJS Presentation</dc:subject>
  <dc:creator>牙膏学长</dc:creator>
  <cp:lastModifiedBy>牙膏学长</cp:lastModifiedBy>
  <cp:revision>1</cp:revision>
  <dcterms:created xsi:type="dcterms:W3CDTF">2026-08-23T09:01:05Z</dcterms:created>
  <dcterms:modified xsi:type="dcterms:W3CDTF">2026-08-23T09:01:05Z</dcterms:modified>
</cp:coreProperties>
</file>
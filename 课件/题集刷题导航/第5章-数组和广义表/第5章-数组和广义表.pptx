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  <p:sldId id="262" r:id="rId12"/>
    <p:sldId id="265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重邮考研802 数据结构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习题集题目勾画 · 第5章 数组和广义表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严蔚敏《数据结构题集（第2版）》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依据：802考情与2020—2026真题 · 主讲：牙膏学长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本章勾画总览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第5章三档题量与用法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6" cy="1682496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占比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有价值必做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30%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对应真题题型，逐题精做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可做可不做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38%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在纲内、考频低，限时巩固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完全不做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32%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超纲或无对应题型，直接跳过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题号口径：选N＝本章单项选择题第N题，答N＝解答题第N题，算N＝算法设计题第N题；页码为题集PDF页（书页＝PDF页−9）。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必做题（1/4）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二维数组地址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列优先+两已知地址反推，2024填6/2026填8族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二维数组地址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列优先求A[5][7]，2024填6原题形态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二维数组地址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行优先两点反推维度，2026填8推导型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二维数组地址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行优先两元素地址反推A[?]，2026填8同型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二维数组地址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列优先求A[8][9]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必做题（2/4）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三维数组地址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行优先三维R[6][9][6]求地址，多维推广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5选15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广义表长度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广义表长度计数，概念手算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5选16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表头概念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表头可为原子或子表，head/tail运算前置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5选17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表头表尾还原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由表头表尾反推广义表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5选18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head/tail复合运算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分解原子q的运算式，2025填7/2026填14同型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必做题（3/4）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5选19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head/tail运算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tail(head(L))求值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5选20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head/tail运算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tail(tail(L))求值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5选21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head/tail复合运算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复合运算求值，2025填7同型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5选22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head/tail复合运算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分解(b)的运算式，逆向+正向双训练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5答1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数组地址计算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6×8字节编址地址推算，含三维推广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必做题（4/4）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2395728"/>
          <a:ext cx="10545775" cy="2523744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价值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5答2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四维数组地址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低下标优先四维数组求A[91..]，2025填3原题形态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5答3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高下标优先枚举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四维数组按序枚举元素，列优先理解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5答13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head/tail求值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多个复合运算求值，2026填14/2025填7同型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5答14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head/tail写表达式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用GetHead/GetTail写分离表达式，逆向运用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5算1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循环右移（逆置模板）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数组循环右移k位O(1)空间，三次逆置模板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完全不做清单（1/2）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822960" y="2395728"/>
          <a:ext cx="10545775" cy="210312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数学递归定义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答19—21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m元多项式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算3、11、12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三元组变形存储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三元组变形存储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完全不做清单（2/2）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822960" y="2395728"/>
          <a:ext cx="10545775" cy="1682496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内容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三元组变形存储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十字链表与邻接多重表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算9、10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广义表代码实现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算13—22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可做可不做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可做可不做清单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22960" y="2395728"/>
          <a:ext cx="10545775" cy="1682496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选择题：数组与特殊矩阵概念（行列优先、三角/…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选1、8—14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解答题：压缩存储公式推导与稀疏矩阵/广义表存…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答4—12、15—18、22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算法设计题：数组与稀疏矩阵域内巩固（马鞍点、…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算2、4、5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第5章刷题路线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必做20题：逐题精做，对照题集中所注真题年份回头验一遍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可做可不做25题：一轮复习时限时过，二轮只看错题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完全不做21题：直接跳过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知识点回看：重邮数据结构笔记「栈队和数组（数组与广义表部分）」对应小节；答疑进页面底部群。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1351</Words>
  <Application>WPS 演示</Application>
  <PresentationFormat>On-screen Show (16:9)</PresentationFormat>
  <Paragraphs>302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数组和广义表 题目勾画</dc:title>
  <dc:creator>牙膏学长</dc:creator>
  <dc:subject>PptxGenJS Presentation</dc:subject>
  <cp:lastModifiedBy>倾殇醉</cp:lastModifiedBy>
  <cp:revision>2</cp:revision>
  <dcterms:created xsi:type="dcterms:W3CDTF">2026-09-02T08:47:00Z</dcterms:created>
  <dcterms:modified xsi:type="dcterms:W3CDTF">2026-09-02T10:55:44Z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4334597D448E4FDC968549FF21A74DF5_12</vt:lpwstr>
  </property>
  <property fmtid="{D5CDD505-2E9C-101B-9397-08002B2CF9AE}" pid="3" name="KSOProductBuildVer">
    <vt:lpwstr>2052-12.1.0.28043</vt:lpwstr>
  </property>
</Properties>
</file>
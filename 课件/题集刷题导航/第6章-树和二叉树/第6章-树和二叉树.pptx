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第6章 树和二叉树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57%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必做题（1/7）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n0=n2+1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11叶求度2结点，2025填9族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完全二叉树深度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64叶最大深度，2024填9族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完全二叉树叶数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第6层6结点求叶数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正则二叉树结点数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2n-1公式，2024填4/2025填4哈夫曼结点计算同式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完全二叉树最多结点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第6层8叶最多结点数，2024填9原题数据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完全二叉树叶数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768结点求叶数，完全二叉树按层性质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必做题（2/7）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遍历序列关系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先序+后序限定下中序可能性，2024综合3族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树的度数求叶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度3树各度结点数求叶，2025填9同型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度为m的树求叶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四叉树求叶数，2025填9原题形态（度为4推广公式）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6选22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先序+中序→后序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双序推序列，2026综合16(1)原题形态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中序线索化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给图求结点线索指向，2024综合3(3)/2025综合1(3)真题…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堆的判断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判堆序列，2024综合1(4)/2025填10/2026填15堆手…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必做题（3/7）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堆的判断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判不构成堆，同上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哈夫曼性质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哈夫曼树错误陈述辨析（无度1等），2024填4族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哈夫曼结点数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115结点求n，2024填4（1247→624）/2025填4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6选36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哈夫曼结点数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n叶→2n-1公式正向题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哈夫曼编码构造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给频率选可能编码，2024综合5/2025综合3/2026综合22…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森林与二叉树转化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转化后u/v关系判断，2024填7/8族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必做题（4/7）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树→二叉树右空结点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2011结点116叶求无右孩子数，2024填7原题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森林叶数=左空指针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转化对应性质，2024填8族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森林的树棵数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12边18结点求棵数，2025填6原题（15边25结点）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6选45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树遍历与二叉遍历对应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后根遍历=二叉中序（笔记对应表）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各度结点数求叶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度为k树n1..nk求叶，2025填9一般形式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读算法纠错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遍历算法找错改错，程序阅读形态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必做题（5/7）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6答19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树→二叉树画图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画对应二叉树，2026综合16(3)（画树或森林）同型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森林→二叉树+线索化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转化并线索化，2024综合3(3)中序线索链表族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二叉树→森林画图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画对应森林，2026综合16(3)原题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哈夫曼编码全流程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8字母频率建树+编码+WPL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先序+中序建树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EBADCFHGIKJ+中序画树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中序+后序建树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双序画树，2024综合3族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必做题（6/7）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6答29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层序+中序建树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层次序列+中序画树，构造变式（笔记含层序构造法）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6答33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读算法纠错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二叉树操作函数安全分析，程序阅读形态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递归求叶数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2024程序阅读5原题（递归统计叶结点）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左右子树交换（镜像）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递归三件套应用，镜像在数据结构强化课大纲内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队列层序框架，2024算法3繁荣度（层序+last）的地基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判完全二叉树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层序判完全，数据结构强化课大纲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必做题（7/7）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繁茂度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各层最大宽度×高度，2024算法3繁荣度同族变式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定长路径输出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深度减一路径的递归+记录，2025算法2（最长路径）同族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6算33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先序+中序建二叉链表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由两数组递归建树，2026算法设计25原题（递归建树模板）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6算45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堆合并k升序链表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最小堆+归并，Top-K题型课大纲内容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6算46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数据流第k大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堆求第k大，Top-K题型课大纲内容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选择题：二叉树/树的概念与基本性质（满k叉树…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选1、5、6、8、9、13、14、17—21…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（续）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23—29、35、37—39、46、47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解答题：性质推导与遍历巩固（形态枚举、遍历序…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答1—4、6、7、10—16、22—24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算法设计题：树算法域内巩固（非递归遍历、建树…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算1—9、12—14、16、18、19、22—32…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（续）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34—37、47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证明与推导题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答8、9、25、30—32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线索深度操作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树的文本表示与转换代码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算38—44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必做41题：逐题精做，对照题集中所注真题年份回头验一遍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可做可不做72题：一轮复习时限时过，二轮只看错题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完全不做14题：直接跳过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知识点回看：重邮数据结构笔记「树与二叉树」对应小节；答疑进页面底部群。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树和二叉树 题目勾画</dc:title>
  <dc:subject>PptxGenJS Presentation</dc:subject>
  <dc:creator>牙膏学长</dc:creator>
  <cp:lastModifiedBy>牙膏学长</cp:lastModifiedBy>
  <cp:revision>1</cp:revision>
  <dcterms:created xsi:type="dcterms:W3CDTF">2026-09-02T08:47:08Z</dcterms:created>
  <dcterms:modified xsi:type="dcterms:W3CDTF">2026-09-02T08:47:08Z</dcterms:modified>
</cp:coreProperties>
</file>
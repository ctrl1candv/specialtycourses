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第7节 二叉树：存储与遍历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二叉树为什么不用数组存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完全二叉树、满二叉树可以用数组存：结点 i 的左右孩子固定在 2i、2i+1，不浪费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但一般二叉树形态千奇百怪，斜树、缺枝少叶，用数组要补大量空位，浪费严重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所以一般二叉树用链式存：每个结点带两根指针指向左右孩子，这就是二叉链表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遍历是二叉树全部算法的基础，强化阶段十个树算法都建在'能走一遍这棵树'上，所以这一节把四种遍历讲到位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存储结构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二叉链表与孩子兄弟链表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BiTNode{
    ElemType data;
    struct BiTNode *lchild, *rchild;   // 左孩子、右孩子
}BiTNode, *BiTree;
typedef struct CSNode{
    ElemType data;
    struct CSNode *firstchild, *nextbro;  // 第一个孩子、下一个兄弟
}CSNode, *CSTree;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BiTree 是指向结点的指针，代表一棵树；孩子兄弟链表是把一般的树存成二叉树的办法，下一节展开，这里先认定义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递归遍历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三种递归遍历：只是 visit 的位置不同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PreOrder(BiTree T){ if(T==NULL) return;
    visit(T); PreOrder(T-&gt;lchild); PreOrder(T-&gt;rchild); }   // 先序：根 左 右
void InOrder(BiTree T){ if(T==NULL) return;
    InOrder(T-&gt;lchild); visit(T); InOrder(T-&gt;rchild); }      // 中序：左 根 右
void PostOrder(BiTree T){ if(T==NULL) return;
    PostOrder(T-&gt;lchild); PostOrder(T-&gt;rchild); visit(T); }  // 后序：左 右 根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三个函数摆一起你就看懂了：递归框架完全一样，只有 visit(T) 的位置在动——这就是遍历方式的全部区别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递归遍历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这棵树的三种序列，先自己写（拿纸画）</a:t>
            </a:r>
            <a:endParaRPr lang="en-US" sz="2800" dirty="0"/>
          </a:p>
        </p:txBody>
      </p:sp>
      <p:pic>
        <p:nvPicPr>
          <p:cNvPr id="5" name="Image 0" descr="D:\Program Project\SpecialtyCourses\assets\diagrams\a7-tre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24048" y="2395728"/>
            <a:ext cx="594360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773168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请先自己写出这棵树的先序、中序、后序、层序，再对答案。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96112" y="52410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先序（根左右）：1 2 4 5 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6357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中序（左根右）：4 2 5 1 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60304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后序（左右根）：4 5 2 3 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642518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层序（一层一层）：1 2 3 4 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911340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这棵树后面还会用它演示非递归中序和建树，你先把它画在纸上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递归的展开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递归遍历在调用栈里怎么展开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以中序为例，InOrder(1) 先调 InOrder(2)，InOrder(2) 先调 InOrder(4)，一路往左压栈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到了 InOrder(4)，它的左孩子是 NULL 返回，才 visit(4)，再调它的右孩子（NULL）返回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 处理完回到 2，visit(2)，再调 2 的右孩子 5……层层展开、再层层收回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这个'一路往左压、到底了再回退访问'的过程，就是非递归中序要用栈显式模拟的东西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非递归先序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非递归先序：弹出即访问，先压右再压左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352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PreOrder2(BiTree T){
    if(T == NULL) return;
    SqStack s; InitStack(s);          // 栈里存结点指针（约定4）
    Push(s, T);  BiTree p;
    while(!IsEmpty(s)){
        Pop(s, p); visit(p);                          // 弹出即访问
        if(p-&gt;rchild != NULL) Push(s, p-&gt;rchild);     // 先压右
        if(p-&gt;lchild != NULL) Push(s, p-&gt;lchild);     // 再压左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为什么先压右再压左？栈后进先出，后压的左孩子先弹出，访问顺序就成了根、左、右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非递归中序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非递归中序：一路压左到底，弹出访问，转向右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974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9748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InOrder2(BiTree T){
    if(T == NULL) return;
    SqStack s; InitStack(s);
    BiTNode *p = T;
    while(!IsEmpty(s) || p != NULL){          // 两个条件缺一不可
        while(p != NULL){ Push(s, p); p = p-&gt;lchild; }  // 一路压左到底
        if(!IsEmpty(s)){ Pop(s, p); visit(p); p = p-&gt;rchild; }  // 弹出访问，转右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9437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内层 while 把往左的一整条链全压栈，就是递归版'先一路往左走'的显式版；外层两个条件：栈空但 p 非空说明还有右子树，p 空但栈非空说明要回退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非递归中序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中序遍历那棵树，栈怎么变（拿纸跟画）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① p=1，一路压左：压1、压2、压4，p 到 4 的左孩子 NULL 停；栈=[1,2,4]（4在顶）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② 弹出4、visit(4)，p 转 4 的右孩子 NULL；输出 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62331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③ p 空、栈非空，弹出2、visit(2)，p 转 2 的右孩子5；输出 4 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07517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④ p=5，压5，p 到 5 左孩子 NULL；弹出5、visit(5)，p 转 NULL；输出 4 2 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850892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⑤ 弹出1、visit(1)，p 转右孩子3；压3、弹3、visit(3)；输出 4 2 5 1 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718048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最终中序 4 2 5 1 3，和递归版一致；这张图把递归的隐式栈变成了显式的栈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非递归后序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非递归后序：双栈逆序法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8291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8291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634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PostOrder2(BiTree T){
    if(T == NULL) return;                     // 判空不能少
    SqStack s1, s2; InitStack(s1); InitStack(s2);
    BiTNode *p;  Push(s1, T);
    while(!IsEmpty(s1)){                      // s1 弹出序是"根右左"，全压进 s2
        Pop(s1, p); Push(s2, p);
        if(p-&gt;lchild) Push(s1, p-&gt;lchild);  if(p-&gt;rchild) Push(s1, p-&gt;rchild);
    }
    while(!IsEmpty(s2)){ Pop(s2, p); visit(p); }  // s2 逆置读出即"左右根"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79811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s1 先压左再压右，弹出序就成了根、右、左；把它全压进 s2，再从 s2 弹出正好反过来，是左、右、根，即后序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层序遍历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层序遍历：为什么必须用队列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8291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8291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634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LevelOrder(BiTree T){
    if(T == NULL) return;
    SqQueue Q; InitQueue(Q);          // 队列里存结点指针（约定4）
    EnQueue(Q, T);  BiTNode *p;
    while(!IsEmpty(Q)){
        DeQueue(Q, p); visit(p);
        if(p-&gt;lchild != NULL) EnQueue(Q, p-&gt;lchild);
        if(p-&gt;rchild != NULL) EnQueue(Q, p-&gt;rchild);
    }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79811"/>
            <a:ext cx="10545775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层序要先进先出，同层结点先入队先访问；用栈就变成深度优先了。入队前要判孩子非空，否则把 NULL 入队、出队 visit(NULL) 会崩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由遍历序列建树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由先序与中序建树：区间划分四步（2026真题）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974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9748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BiTree Build(BiTree &amp;T, int A[], int B[], int preL, int preR, int inL, int inR){
    if(preL &gt; preR) return NULL;                       // 区间为空
    T = (BiTNode*)malloc(sizeof(BiTNode));  T-&gt;data = A[preL];  // 先序首元素是根
    int k = inL;  while(B[k] != A[preL]) k++;          // 在中序里定位根
    int leftLen = k - inL;                             // 左子树结点个数
    Build(T-&gt;lchild, A,B, preL+1, preL+leftLen, inL, k-1);
    Build(T-&gt;rchild, A,B, preL+leftLen+1, preR, k+1, inR);
    return T;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9437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四步：先序第一个是根；在中序里找到根 k，左边是左子树、右边是右子树；用 leftLen 把先序也切成两段；递归建左右。A 是先序、B 是中序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建树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先序 1 2 4 5 3、中序 4 2 5 1 3，怎么建（拿纸跟画）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① 先序首元素 1 是根；在中序 4 2 5 [1] 3 里定位 1，左边 4 2 5 是左子树（3个），右边 3 是右子树（1个）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② leftLen=3，把先序切成：根 1，左子树先序 2 4 5，右子树先序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③ 递归左子树：先序 2 4 5、中序 4 2 5，根是 2，中序里 2 左边 4、右边 5，所以 2 的左是 4、右是 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④ 递归右子树：先序 3、中序 3，根是 3，无孩子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建出来正是 P5 那棵树：1 的左 2 右 3，2 的左 4 右 5；四个下标边界随递归不断缩小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四种遍历一张表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1828800"/>
                <a:gridCol w="3200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访问次序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根 左 右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O(树高)，最坏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 根 右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O(树高)，最坏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 右 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O(树高)，最坏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一层一层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O(队列最多一层结点)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递归遍历空间是 O(树高) 不是 O(1)，栈深度要算；单支树最坏 O(n)。四种遍历是强化阶段所有树算法的基础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：默写三种递归遍历、非递归中序、层序遍历；再由先序 1 2 4 5 3、中序 4 2 5 1 3 画出这棵树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6答28 同类——给中序与后序两个序列，写出建树的区间划分思路并画出树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默写要求：合上资料能写出递归三遍历与非递归中序、层序；参考答案在本PPT最后两页，课后自行对照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InOrder(BiTree T){ if(T==NULL) return;
    InOrder(T-&gt;lchild); visit(T); InOrder(T-&gt;rchild); }
void LevelOrder(BiTree T){ if(T==NULL) return;
    SqQueue Q; InitQueue(Q); EnQueue(Q,T); BiTNode *p;
    while(!IsEmpty(Q)){ DeQueue(Q,p); visit(p);
        if(p-&gt;lchild) EnQueue(Q,p-&gt;lchild);
        if(p-&gt;rchild) EnQueue(Q,p-&gt;rchild); }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1888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先序 1 2 4 5 3、中序 4 2 5 1 3 建出的树：1 为根，左子树 2（4、5 为其左右孩子），右子树 3；非递归中序见本节代码合集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中序+后序建树：后序的最后一个元素是根（后序是左右根）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在中序里定位这个根，左边是左子树的中序、右边是右子树的中序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用左子树结点个数把后序也切成左、右两段，递归建左右子树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和先序+中序唯一的区别：根在先序是第一个、在后序是最后一个，其余区间划分思路一样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先序定根看第一个、后序定根看最后一个，但必须配上中序才能分清左右子树；能唯一确定一棵树的是先序+中序、后序+中序、层序+中序，唯独先序+后序不行（分不清某结点是左还是右）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二叉树：存储与遍历</dc:title>
  <dc:subject>PptxGenJS Presentation</dc:subject>
  <dc:creator>牙膏学长</dc:creator>
  <cp:lastModifiedBy>牙膏学长</cp:lastModifiedBy>
  <cp:revision>1</cp:revision>
  <dcterms:created xsi:type="dcterms:W3CDTF">2026-09-26T06:06:58Z</dcterms:created>
  <dcterms:modified xsi:type="dcterms:W3CDTF">2026-09-26T06:06:58Z</dcterms:modified>
</cp:coreProperties>
</file>
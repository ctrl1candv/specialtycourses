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数据结构基础阶段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第4节 双链表、循环链表与静态链表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阶段：基础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单链表有两个不方便，这一节来补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不方便一：单链表只能顺着 next 往前走，不能回头，想找某个结点的前驱，只能从头走一遍，O(i)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不方便二：要在结点 p 前面插入，必须先从头走到 p 的前驱，很费事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补的办法有三种：多一根指向前驱的指针（双链表）、让尾巴接回头（循环链表）、用数组加游标（静态链表）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这一节讲三种单链表的变体，重点在双链表的指针次序，它是 2020 年真题考过的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双链表 · 定义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双链表：每个结点多一根 prior 指针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DNode{
    int data;
    struct DNode *prior, *next;   // prior 指前驱，next 指后继
}DNode, *DLinkList;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比单链表多了一个 prior，指向前一个结点；这样从任一结点既能往后走也能往前走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有了 prior，在 p 前面插入、找 p 的前驱，都不用再从头走，直接 p-&gt;prior 就拿到了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3903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代价是每个结点多存一根指针，空间换时间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双链表 · 插入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双链表插入：四条赋值，次序有讲究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308835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308835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8688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ListInsert(DLinkList &amp;L, int i, int elem){
    DNode *p = GetElem(L, i - 1);          // 找前驱
    if(p == NULL) return false;
    DNode *s = (DNode *)malloc(sizeof(DNode));
    if(s == NULL) return false;
    s-&gt;data = elem;
    s-&gt;next = p-&gt;next;                      // ① s 接住原后继
    s-&gt;prior = p;                           // ② s 认 p 做前驱
    if(p-&gt;next != NULL) p-&gt;next-&gt;prior = s; // ③ 原后继改认 s
    p-&gt;next = s;                            // ④ p 指向 s
    return true;
}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685246"/>
            <a:ext cx="10545775" cy="32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①②是安置新结点自己，先后无所谓；关键是③必须在④之前，下一页画图看为什么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双链表插入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四条赋值一步步画，换次序会怎样（拿纸跟着画）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895448" y="2395728"/>
            <a:ext cx="2133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8848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5648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95448" y="2395728"/>
            <a:ext cx="53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28848" y="2395728"/>
            <a:ext cx="1066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95648" y="2395728"/>
            <a:ext cx="53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048" y="2395728"/>
            <a:ext cx="2133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62448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248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048" y="2395728"/>
            <a:ext cx="53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62448" y="2395728"/>
            <a:ext cx="1066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29248" y="2395728"/>
            <a:ext cx="53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62648" y="2395728"/>
            <a:ext cx="2133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96048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62848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62648" y="2395728"/>
            <a:ext cx="53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96048" y="2395728"/>
            <a:ext cx="1066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62848" y="2395728"/>
            <a:ext cx="53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∧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6112" y="376732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① s-&gt;next = p-&gt;next：新结点 s 的 next 指向 p 原来的后继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416204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② s-&gt;prior = p：s 的 prior 指回 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" y="45567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③ p-&gt;next-&gt;prior = s：p 的原后继，把它的 prior 改成指向 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6112" y="495147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④ p-&gt;next = s：p 的 next 改指 s，插入完成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437632"/>
            <a:ext cx="10545775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若先做④再做③：p-&gt;next 已经变成 s，③ 就写成 s-&gt;prior=s，改了 s 自己，原后继的 prior 永远改不到，双向就断了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双链表 · 删除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双链表删除：跨过 s，两边都要接好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844167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844167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6247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ListDelete(DLinkList &amp;L, int i, int &amp;elem){
    DNode *p = GetElem(L, i - 1);          // 找前驱
    if(p == NULL) return false;
    if(p-&gt;next == NULL) return false;      // 第 i 个不存在
    DNode *s = p-&gt;next;
    elem = s-&gt;data;                         // 先取值带出
    p-&gt;next = s-&gt;next;                      // p 跨过 s 接后继
    if(s-&gt;next != NULL) s-&gt;next-&gt;prior = p; // 后继的 prior 改指 p
    free(s);
    return true;
}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441063"/>
            <a:ext cx="10545775" cy="32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比单链表删除多一句：后继的 prior 要改指 p；删的是尾结点时没有后继，所以要判 s-&gt;next != NULL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循环单链表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循环单链表：尾巴接回头，三处变了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2062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单链表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循环单链表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建表结束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r-&gt;next = NULL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r-&gt;next = L（指回头结点）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L-&gt;next == NULL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L-&gt;next == L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遍历终止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 != NULL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 != L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30682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循环链表没有 NULL 结尾，走到尾巴会自动绕回头结点，所以终止条件从'遇到 NULL'改成'绕回 L'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512064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要是还用 p != NULL 做终止，就永远停不下来，死循环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循环双链表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循环双链表：判空要两个条件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03327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循环双链表判空：头结点的 prior 和 next 都指向自己
if(L-&gt;next == L &amp;&amp; L-&gt;prior == L)  // 空表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循环双链表首尾相接成一个环，头结点的 next 指第一个、prior 指最后一个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10108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判空必须两个条件都满足：只判 next==L 不够，因为插入过程中可能 next 已成环、prior 还没接好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静态链表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静态链表：用数组和游标模拟链表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15208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15208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9326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MaxSize 100
typedef struct{
    int data;
    int next;          // 游标：下一个元素的下标，-1 表示结束
}SLinkList[MaxSize];
// 在下标 p 的结点后插入下标 s 的结点，只改游标：
//   L[s].next = L[p].next;   L[p].next = s;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4748981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next 里存的是下标（游标），不是地址；所以没有指针也能有链表的效果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5200847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插入删除只改游标、不搬数据，这一点和链表一样，和顺序表不一样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5652713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用途：在没有指针的语言里模拟链表，或题目要求用数组实现链表操作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给你一个场景，该选哪种链表？（先自己判断）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017520"/>
                <a:gridCol w="38404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选哪种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理由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只在尾部操作、要顺序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单链表加 rear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尾插 O(1)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要频繁找前驱或双向走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双链表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prior 直接给前驱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要循环报数、轮转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循环单链表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走到尾自动回头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要频繁在头尾两端操作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循环双链表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头尾都是 O(1)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题目要求用数组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静态链表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游标代替指针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14807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先盖住右边两列，只看需求自己选，再对答案；这类'给场景选存储'是常考的判断点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双链表：多一根 prior；插入四条赋值，③必须在④前；删除要改后继的 prior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循环单链表：尾巴接回头，判空 L-&gt;next==L、遍历终止 p!=L；循环双链表判空要两个条件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静态链表：数组加游标，next 存下标不存地址，插删只改游标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513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选哪种看需求：找前驱用双链表，循环报数用循环链表，题目要数组用静态链表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7137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年约瑟夫环用循环单链表模拟，2020 年真题考双向循环链表的指针次序，都出自这一节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：默写 DNode 定义、双链表的插入与删除，并在插入代码旁标出四条赋值的次序约束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：在双链表结点 p 之前插入新结点 s，写出四条赋值语句，并说明哪两条次序不能换、为什么（题集勾画 2答8 同类）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默写要求：合上资料能写出双链表的插入删除、说清四条赋值次序；参考答案在本PPT最后两页，课后自行对照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424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4248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DNode{ int data; struct DNode *prior, *next; }DNode, *DLinkList;
// 插入四条赋值的次序约束：
s-&gt;next = p-&gt;next;                       // ①
s-&gt;prior = p;                            // ②
if(p-&gt;next != NULL) p-&gt;next-&gt;prior = s;  // ③ 必须在④前
p-&gt;next = s;                             // ④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581144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③必须在④前：④一执行 p-&gt;next 就变成 s，③再写就改到 s 自己，原后继的 prior 丢了；删除见本节代码合集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7465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7465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在双链表结点 p 之前插入 s（p 已知，不用找前驱）
s-&gt;next = p;                 // s 的后继是 p
s-&gt;prior = p-&gt;prior;         // s 的前驱是 p 的原前驱
if(p-&gt;prior != NULL) p-&gt;prior-&gt;next = s;  // 原前驱改指 s
p-&gt;prior = s;                // p 的前驱改成 s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34340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不能换的是'p-&gt;prior-&gt;next = s'与'p-&gt;prior = s'：必须先让原前驱接住 s，再改 p-&gt;prior，否则原前驱找不到了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15721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在 p 之前插入正好用上 prior：不用像单链表那样从头找前驱，这就是双链表的价值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双链表、循环链表与静态链表</dc:title>
  <dc:subject>PptxGenJS Presentation</dc:subject>
  <dc:creator>牙膏学长</dc:creator>
  <cp:lastModifiedBy>牙膏学长</cp:lastModifiedBy>
  <cp:revision>1</cp:revision>
  <dcterms:created xsi:type="dcterms:W3CDTF">2026-09-26T06:06:58Z</dcterms:created>
  <dcterms:modified xsi:type="dcterms:W3CDTF">2026-09-26T06:06:58Z</dcterms:modified>
</cp:coreProperties>
</file>
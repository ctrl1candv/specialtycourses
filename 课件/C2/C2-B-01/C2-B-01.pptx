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第1节 导学＋线性表算法一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阶段：强化 ｜ 主讲：牙膏学长 ｜ 预计45分钟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 · 位置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这个课段管算法分析题的30分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802题型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这个课段怎么帮你拿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程序阅读题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约20分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读指针代码判断结果，改指针是基本功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算法分析题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3题30分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每节4到7个模板，认得出、写得出、算得对复杂度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96112" y="388620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基础阶段给你零件：每个结构的定义、初始化、增删查；强化阶段把零件组装成能上考场的算法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6112" y="4700016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学完的标志：对着没见过的表、树、图、查找、排序问题，说出套哪个模板、按五步写出代码、给出复杂度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96112" y="5513832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上一阶段的内容默认你会：本节从头用到尾的带头结点单链表，定义见数据结构基础阶段第3节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 · 目录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强化阶段十节课的目录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拿走什么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第1节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导学＋线性表算法一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逆置、倒数第k、条件删除、交换相邻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第2节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线性表算法二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归并成递减、重排、约瑟夫环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第3节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栈队应用与串匹配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括号匹配、后缀表达式、KMP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第4—5节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树算法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递归三件套、判完全平衡、哈夫曼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第6—7节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图算法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遍历应用、拓扑、生成树与最短路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第8—10节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查找与排序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哨兵折半、BST、快排堆排、归并比较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 · 怎么听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每个算法固定五步讲，每节末尾一张模板卡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五步：思想、小实例推演、骨架填空、完整代码、复杂度；推演时拿纸跟着画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骨架填空是关键：先给带空格的骨架让你想，再给完整代码，比直接看代码有效得多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每节末尾的模板卡：算法名、适用场景、骨架三五行、复杂度，对应一个模板编号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模板卡用法：做题先想这是哪张卡，卡上骨架背到能默写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427939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听课要求：每个算法至少拿纸推演一遍，不能只看不画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正课开始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改指针的三条规矩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先接后断：新结点的指针先接好，再改前驱的指针；反过来写，后面的链就找不到了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画图再写：改之前与改之后各画一张图，照着图写代码，不对着屏幕空想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查孤立结点：改完问一句，有没有哪个结点没有人指向它了；有，就是漏了一句赋值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这一节四个算法都在改指针，每讲一个都回来对照这三条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原地逆置 · 模板1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原地逆置：断成空表，逐个头插回去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423257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423257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2038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InvertedList(LinkList &amp;L){
    if(L == NULL || L-&gt;next == NULL) return;
    LNode *p = L-&gt;next, *temp;
    L-&gt;next = NULL;                       // 先断成空表
    while(p != NULL){
        temp = p;                         // 摘下当前结点
        p = p-&gt;next;                      // 先存后继，否则下一步找不到
        temp-&gt;next = L-&gt;next; L-&gt;next = temp;   // 两句头插
    }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020153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思想：把头结点后的链整个断开，成空表加一串待处理结点，逐个用头插法插回，头插天然反序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414869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循环里四行有次序：先摘下、再存后继、最后两句头插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809585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空间 O(1)：没有新开结点；时间 O(n)：每个结点摘下重接一次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逆置推演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逆置 A、B、C：四步看成头插怎么把链反过来（拿纸跟着画）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438248" y="2395728"/>
            <a:ext cx="1828800" cy="713232"/>
          </a:xfrm>
          <a:prstGeom prst="rect">
            <a:avLst/>
          </a:prstGeom>
          <a:solidFill>
            <a:srgbClr val="F5F6F7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72104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38248" y="2395728"/>
            <a:ext cx="11338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72104" y="2395728"/>
            <a:ext cx="6949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67048" y="2395728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00904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7048" y="2395728"/>
            <a:ext cx="11338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00904" y="2395728"/>
            <a:ext cx="6949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5848" y="2395728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9704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5848" y="2395728"/>
            <a:ext cx="11338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29704" y="2395728"/>
            <a:ext cx="6949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24648" y="2395728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8504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24648" y="2395728"/>
            <a:ext cx="11338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58504" y="2395728"/>
            <a:ext cx="6949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112" y="3767328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初始 L 指向 A 指向 B 指向 C；第0步断链，L 之后置空，p 指着 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96112" y="4219194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第1次头插：摘下 A 接到 L 后，链成 L 指向 A，p 移向 B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96112" y="4671060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第2次头插：摘下 B 接到 L 后，链成 L 指向 B 指向 A，p 移向 C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96112" y="5122926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第3次头插：摘下 C，链成 L 指向 C 指向 B 指向 A，p 为空，循环停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96112" y="5574792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先想清楚：循环里为什么先写 p 指向下一个再头插？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原地逆置 · 循环版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循环单链表逆置：终止条件换 p 不等于 L，结尾接环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35988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35988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140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InvertedList(LinkList &amp;L){
    if(L == NULL || L-&gt;next == NULL) return;
    LNode *p = L-&gt;next, *temp, *rear = p;   // rear 记下原首元
    L-&gt;next = NULL;
    while(p != L){                          // 与普通版差①：终止条件
        temp = p; p = p-&gt;next;
        temp-&gt;next = L-&gt;next; L-&gt;next = temp;
    }
    rear-&gt;next = L;                         // 差②：把环接回去
}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38248" y="4956780"/>
            <a:ext cx="1828800" cy="603504"/>
          </a:xfrm>
          <a:prstGeom prst="rect">
            <a:avLst/>
          </a:prstGeom>
          <a:solidFill>
            <a:srgbClr val="F5F6F7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72104" y="4956780"/>
            <a:ext cx="0" cy="603504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38248" y="4956780"/>
            <a:ext cx="11338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72104" y="4956780"/>
            <a:ext cx="6949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67048" y="4956780"/>
            <a:ext cx="1828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00904" y="4956780"/>
            <a:ext cx="0" cy="603504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67048" y="4956780"/>
            <a:ext cx="11338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00904" y="4956780"/>
            <a:ext cx="6949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95848" y="4956780"/>
            <a:ext cx="1828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9704" y="4956780"/>
            <a:ext cx="0" cy="603504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5848" y="4956780"/>
            <a:ext cx="11338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9704" y="4956780"/>
            <a:ext cx="6949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24648" y="4956780"/>
            <a:ext cx="1828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8504" y="4956780"/>
            <a:ext cx="0" cy="603504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24648" y="4956780"/>
            <a:ext cx="11338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58504" y="4956780"/>
            <a:ext cx="6949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↺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" y="614550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与普通版只差两处：while 终止条件是 p 不等于 L，结束后 rear 指向 L 把环接回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6112" y="654021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rear 在断链前记下原首元结点，逆置后它变成尾结点，尾结点的 next 必须指回头结点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6112" y="693493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易错：照抄 p 不等于 NULL 会死循环，循环链表里根本没有 NULL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倒数第k · 方法一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快慢指针：q 先走 k 步，再两个人一起走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10545775" cy="1989003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395728"/>
            <a:ext cx="50292" cy="1989003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505456"/>
            <a:ext cx="10033711" cy="17695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findK(LinkList &amp;L, int k){
    LNode *p = L, *q = L;
    while(k != 0 &amp;&amp; q != NULL){ q = q-&gt;next; k--; }   // q 先走 k 步
    if(q == NULL) return 0;                            // k 超过表长
    while(q != NULL){ q = q-&gt;next; p = p-&gt;next; }      // 两个一起走
    printf("%d", p-&gt;data);
    return 1;
}
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4585899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思想：q 先走 k 步，然后 p 与 q 同步走，q 到表尾时 p 恰好落后 k 个结点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4980615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p 与 q 都从头结点 L 出发：头结点算一个位置正好抵消，p 指的才是倒数第 k 个数据结点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5375331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一趟 O(n)、空间 O(1)；k 超过表长时 q 先变成 NULL，返回 0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倒数第k · 方法二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辅助栈：全部压栈再弹 k 次，两法对比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314361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314361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0949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findK(LinkList &amp;L, int k){
    SqStack S; InitStack(S);
    LNode *p = L-&gt;next;
    while(p != NULL){ Push(S, p); p = p-&gt;next; }   // 全部进栈
    int i = 0;
    while(!IsEmpty(S) &amp;&amp; i &lt; k){ Pop(S, p); i++; } // 弹 k 次
    if(i == k){ printf("%d", p-&gt;data); return 1; }
    else return 0;
}
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911257"/>
          <a:ext cx="10545775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方法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空间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什么时候用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快慢指针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O(1)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只要倒数第 k 个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辅助栈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倒数第 k 到倒数第 1 全输出这类变体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条件删除 · 模板4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条件删除：pre 跟着 p 走，删完 p 从 pre 后面重新取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10545775" cy="235988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395728"/>
            <a:ext cx="50292" cy="235988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505456"/>
            <a:ext cx="10033711" cy="2140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DeleteIf(LinkList &amp;L, int x){          // 删除所有大于 x 的结点
    LNode *pre = L, *p = L-&gt;next, *temp;
    while(p != NULL){
        if(p-&gt;data &gt; x){
            temp = p; pre-&gt;next = p-&gt;next;  // 先摘链
            free(temp);
            p = pre-&gt;next;                  // pre 不动，p 重新取
        }else{ pre = p; p = p-&gt;next; }     // 不删才一起走
    }
}
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495678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单链表没有前驱指针，删 p 必须记住前驱 pre；摘链顺序是先改 pre 的 next，再 free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535149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删完 pre 不动，p 从 pre 的 next 重新取：下一个待检查的结点紧跟在 pre 后面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574621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删掉后还写 pre 等于 p，就跳过了下一个待检查的结点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614092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先自己判断：删掉一个结点之后，pre 该不该跟着动？下一页画图对答案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条件删除推演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删 3、9、5、12、7 里大于 8 的结点：看 pre 与 p 的位置（拿纸跟着画）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523848" y="2395728"/>
            <a:ext cx="1524000" cy="713232"/>
          </a:xfrm>
          <a:prstGeom prst="rect">
            <a:avLst/>
          </a:prstGeom>
          <a:solidFill>
            <a:srgbClr val="F5F6F7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728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23848" y="2395728"/>
            <a:ext cx="94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728" y="2395728"/>
            <a:ext cx="579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47848" y="2395728"/>
            <a:ext cx="1524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92728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7848" y="2395728"/>
            <a:ext cx="94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92728" y="2395728"/>
            <a:ext cx="579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1848" y="2395728"/>
            <a:ext cx="1524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16728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1848" y="2395728"/>
            <a:ext cx="94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16728" y="2395728"/>
            <a:ext cx="579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95848" y="2395728"/>
            <a:ext cx="1524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728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5848" y="2395728"/>
            <a:ext cx="94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728" y="2395728"/>
            <a:ext cx="579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19848" y="2395728"/>
            <a:ext cx="1524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64728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19848" y="2395728"/>
            <a:ext cx="94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64728" y="2395728"/>
            <a:ext cx="579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3848" y="2395728"/>
            <a:ext cx="1524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88728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3848" y="2395728"/>
            <a:ext cx="94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88728" y="2395728"/>
            <a:ext cx="579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∧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6112" y="3767328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初始 pre 指头结点 L，p 指 3；3 不大于 8，两个一起后移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96112" y="4181094"/>
            <a:ext cx="10454335" cy="626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9 大于 8：pre 的 next 跨过 9 接到 5，free 掉 9，pre 不动、p 重新指 5，关键帧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96112" y="4880610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5 不大于 8：两个一起后移；12 大于 8：同样删除，pre 仍不动、p 重新指 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96112" y="5294376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7 不大于 8：一起后移，p 为空停；结果是 L 指向 3 指向 5 指向 7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96112" y="5708142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对照你的判断：删除后 pre 不动，p 从 pre 后面重新取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交换相邻 · 双链表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交换相邻两个结点：六条赋值，⑤⑥必须最后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06485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06485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845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exchange(DNode *p, DNode *q){      // 前提：q 紧跟 p，两端都有邻居
    p-&gt;prior-&gt;next = q;      // ① 先接外部
    q-&gt;next-&gt;prior = p;      // ②
    p-&gt;next = q-&gt;next;       // ③ 再改自身
    q-&gt;prior = p-&gt;prior;     // ④
    p-&gt;prior = q;            // ⑤ 最后互指
    q-&gt;next = p;             // ⑥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661752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次序原则：先用旧指针把外部接好，最后才改 p 与 q 互指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5075518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⑤⑥一执行，p 的 prior 与 q 的 next 旧值就没了，①②再也写不出来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5489284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跟双链表插入的先接后断是同一条道理，还是三条规矩的第一条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5903050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前提：q 紧跟 p，且 p 有前驱、q 有后继，带头结点的双链表天然满足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本节四张模板卡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骨架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模板1 头插法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逆置、建表、归并成递减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摘下、存后继、两句头插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 与 O(1)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模板2 快慢指针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倒数第 k、找中点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 先走 k 步再同步走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 与 O(1)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模板4 条件删除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按条件删一批结点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 跟随，删完 p 重新取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 与 O(1)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模板14 辅助栈逆序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倒数第 k 及输出变体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全部压栈再弹 k 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 与 O(n)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727448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考过哪里：模板1——2023循环段倒置、2022多项式分解、2021比x小者递减排列；模板2——2025年、408统考2019年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小结与课后任务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四个算法一张表，两道课后题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关键动作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最容易错的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原地逆置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断成空表、逐个头插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忘了先存后继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循环逆置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终止条件 p 不等于 L、rear 接环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照抄 p 不等于 NULL 死循环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倒数第k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 先走 k 步再同步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起点不是 L 会差一位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条件删除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 跟随、删完 p 重取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删完 pre 错动跳结点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交换相邻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六条赋值、⑤⑥最后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⑤⑥提前旧值丢失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514807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：默写原地逆置（普通版）与快慢指针求倒数第 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6112" y="554278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变式题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：题集勾画 2算17（就地逆置）、2算6（倒数第 k）、2算12（删除区间内结点，条件删除同族）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6028944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参考答案在 PPT 最后两页，课后自行对照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77193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77193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5524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InvertedList(LinkList &amp;L){
    LNode *p = L-&gt;next, *temp;  L-&gt;next = NULL;
    while(p != NULL){ temp = p;  p = p-&gt;next;
        temp-&gt;next = L-&gt;next;  L-&gt;next = temp; }
}
int findK(LinkList &amp;L, int k){
    LNode *p = L, *q = L;
    while(k != 0 &amp;&amp; q != NULL){ q = q-&gt;next; k--; }
    if(q == NULL) return 0;
    while(q != NULL){ q = q-&gt;next; p = p-&gt;next; }
    printf("%d", p-&gt;data);  return 1;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36882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逆置关键：先断成空表、先存后继再头插；空间 O(1)、时间 O(n)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76354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快慢指针关键：p、q 都从头结点 L 出发；一趟 O(n)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变式题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变式题参考答案（自行对照）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2算17 就地逆置：与跟练一同一算法，见前一页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79044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2算6 倒数第 k：与跟练二同法，注意 p、q 都从头结点出发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18516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2算12 删除区间内结点：条件删除同族，把判断改为 data 大于 mink 且小于 maxk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671316"/>
            <a:ext cx="10545775" cy="2186625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671316"/>
            <a:ext cx="50292" cy="2186625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3781044"/>
            <a:ext cx="10033711" cy="1967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DeleteRange(LinkList &amp;L, int mink, int maxk){
    LNode *pre = L, *p = L-&gt;next, *temp;
    while(p != NULL){
        if(p-&gt;data &gt; mink &amp;&amp; p-&gt;data &lt; maxk){
            temp = p;  pre-&gt;next = p-&gt;next;  free(temp);
            p = pre-&gt;next;
        }else{ pre = p;  p = p-&gt;next; }
    }
}
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导学＋线性表算法一</dc:title>
  <dc:subject>PptxGenJS Presentation</dc:subject>
  <dc:creator>牙膏学长</dc:creator>
  <cp:lastModifiedBy>牙膏学长</cp:lastModifiedBy>
  <cp:revision>1</cp:revision>
  <dcterms:created xsi:type="dcterms:W3CDTF">2026-09-27T04:51:29Z</dcterms:created>
  <dcterms:modified xsi:type="dcterms:W3CDTF">2026-09-27T04:51:29Z</dcterms:modified>
</cp:coreProperties>
</file>
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数据结构强化阶段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第3节 栈队应用与串匹配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阶段：强化 ｜ 主讲：牙膏学长 ｜ 预计35分钟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正课开始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引题 · 从结构到应用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栈和队列是工具，这一节全拿它们解题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数据结构基础阶段第5节给了零件：栈的 Push、Pop，队列的 EnQueue、DeQueue，默认你会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这一节全是应用：括号匹配、中缀转后缀、后缀求值、判回文、双栈模拟队列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6804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每个应用只问一件事：栈后进先出的性质怎么用；队列变式考先进先出怎么保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1513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802 里它们是填空题与程序阅读题的常见形态：题集 3答7 直接考后缀求值的栈过程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应用一 · 括号匹配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一个栈：遇左括号压栈，遇右括号弹栈比对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91620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91620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696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BracketMatch(char str[], int n){
    SqStack S; InitStack(S);
    for(int i = 0; i &lt; n; i++){
        if(str[i]=='(' || str[i]=='[' || str[i]=='{') Push(S, str[i]);
        else if(str[i]==')' || str[i]==']' || str[i]=='}'){   // 只拦右括号，其他字符跳过
            if(IsEmpty(S)) return false;      // ① 右括号多了
            char top; Pop(S, top);
            if((top=='(' &amp;&amp; str[i]!=')') || (top=='[' &amp;&amp; str[i]!=']') ||
               (top=='{' &amp;&amp; str[i]!='}')) return false;   // ② 类型不匹配（交叉）
        }
    }
    return IsEmpty(S);      // ③ 左括号多了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51310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分支必须写 else if 只拦右括号：写 else 会把字母数字运算符当右括号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90781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写 else 时 a+(b*c) 扫到 a 就弹栈误判失配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应用一 · 失配分析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三种失配：右多了、类型交叉、左括号多了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失配情况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什么时候发生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例子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右括号多了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扫描中遇到右括号时栈已空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“())” 第二个右括号无左可配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类型交叉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弹出的左括号与当前右括号不是一对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“[(])” 弹出“(”遇“]”失配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左括号多了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全部字符扫完栈仍非空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“(()” 剩一个左括号没配上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30682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三种情况各自 return false，全配上且栈空才 return true；最后一句 IsEmpty(S) 专管第三种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512064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先自己判两个串：“[()]”与“[(])”只差一个字符，结果一样吗？答案在讲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表达式求值 · 中缀转后缀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中缀转后缀四条规则：数输出、左括号压、右括号弹到左括号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扫描到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处理动作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要点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操作数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直接输出到后缀串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不进栈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左括号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压栈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等右括号来配对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右括号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弹栈并输出直到左括号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左括号弹出但不输出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运算符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弹出栈里优先级大于等于它的，再压自己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大于等于就是左结合，同级先弹左边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727448"/>
            <a:ext cx="10454335" cy="35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扫完把栈里剩余运算符依次弹出输出；同级先弹，连续加减从左往右算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96112" y="5160264"/>
            <a:ext cx="10454335" cy="35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两个 while 的 top 不等于左括号守卫不能缺，否则转 1+(2*3) 会误弹左括号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6112" y="5593080"/>
            <a:ext cx="10454335" cy="35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拿 1+(2*3) 先自己转一遍，动画页逐步核对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表达式求值 · 后缀求值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后缀求值：遇数压栈、遇运算符弹两个，先弹的是右操作数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91620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91620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696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EvalPostfix(char postfix[]){
    SqStack S; InitStack(S);
    for(int i = 0; postfix[i] != '\0'; i++){
        char c = postfix[i];
        if(c &gt;= '0' &amp;&amp; c &lt;= '9'){ int x = c - '0'; Push(S, x); }
        else{
            int b, a; Pop(S, b); Pop(S, a);   // 先弹的是右操作数
            if(c == '+') Push(S, a + b); else if(c == '-') Push(S, a - b);
            else if(c == '*') Push(S, a * b); else Push(S, a / b);
        }
    }
    int result; Pop(S, result); return result;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51310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栈后进先出：后压进的是表达式右边的操作数；减法和除法把两个数搞反就全错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90781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扫完全部字符栈里只剩一个数就是结果；每个字符处理一次，时间 O(n)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表达式求值 · 动画推演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A+B*(C-D)-E/F 转后缀再求值（拿纸跟着画）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438248" y="2395728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38248" y="23957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38248" y="289864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67048" y="2395728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67048" y="23957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*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67048" y="289864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95848" y="2395728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5848" y="23957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5848" y="289864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924648" y="2395728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24648" y="23957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24648" y="289864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 flipV="1">
            <a:off x="8839048" y="2176272"/>
            <a:ext cx="0" cy="201168"/>
          </a:xfrm>
          <a:prstGeom prst="line">
            <a:avLst/>
          </a:prstGeom>
          <a:noFill/>
          <a:ln w="19050">
            <a:solidFill>
              <a:srgbClr val="1F4E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0408" y="19751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读完 C-D 的运算符栈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52648" y="3493008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2648" y="34930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52648" y="399592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181448" y="3493008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81448" y="34930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81448" y="399592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10248" y="3493008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10248" y="34930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10248" y="399592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 flipV="1">
            <a:off x="7924648" y="3273552"/>
            <a:ext cx="0" cy="201168"/>
          </a:xfrm>
          <a:prstGeom prst="line">
            <a:avLst/>
          </a:prstGeom>
          <a:noFill/>
          <a:ln w="19050">
            <a:solidFill>
              <a:srgbClr val="1F4E9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76008" y="307238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求值到 5-3=2 入栈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96112" y="4590288"/>
            <a:ext cx="10454335" cy="35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第一遍转后缀：数直接输出，符号按四条规则进出栈，得 ABCD-*+EF/-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96112" y="5023104"/>
            <a:ext cx="10454335" cy="35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第二遍求值：数入栈，遇运算符弹两个算完再压；先弹的是右操作数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6112" y="5455920"/>
            <a:ext cx="10454335" cy="664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结果 3（A=1 B=2 C=5 D=3 E=4 F=2）：验算 1+2×(5-3)-4÷2=3，拿纸写两遍栈状态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应用三 · 判回文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判回文：前半压栈后半比对，一个返回值表达两种结局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73076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73076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5113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IsPalindrome(LinkList L, int n){
    SqStack s; InitStack(s);
    LNode *q, *p = L-&gt;next;
    for(int i = 1; i &lt;= n / 2; i++){ Push(s, p); p = p-&gt;next; }   // 前半压栈
    if(n % 2 == 1) p = p-&gt;next;                                   // 奇数长度跳过中点
    while(p != NULL){
        Pop(s, q);
        if(p-&gt;data != q-&gt;data) break;
        else p = p-&gt;next;
    }
    return IsEmpty(s);                                            // 栈空则是回文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32766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失配 break 时栈里还有没弹完的元素，栈非空；全匹配弹了 n/2 次刚好栈空，一个返回值管两种结局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72237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边界在奇数长度那句：先跳过一个中点再比对；忘跳会拿中点和后半第一个元素比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应用四 · 双栈模拟队列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双栈模拟队列：s1 管入、s2 管出，s2 空了才倒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25365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25365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0341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SqStack s1, s2;
bool EnQueue2(int x){ return Push(s1, x); }
bool DeQueue2(int &amp;x){
    if(!IsEmpty(s2)) return Pop(s2, x);
    while(!IsEmpty(s1)){ int t; Pop(s1, t); Push(s2, t); }   // 倒一次，顺序反一次
    if(IsEmpty(s2)) return false;
    return Pop(s2, x);
}
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4850550"/>
            <a:ext cx="10454335" cy="35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s1 倒进 s2 顺序反一次，入队再压 s1 又反一次，两次反就是队列的先进先出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5283366"/>
            <a:ext cx="10454335" cy="35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只有 s2 空了才倒：s2 还有货就倒，新元素会排到旧元素前面，顺序就乱了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5716182"/>
            <a:ext cx="10454335" cy="35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均摊 O(1)：每个元素最多倒一次、弹一次；每次都倒退化成 O(n)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串匹配 · 思想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 BF 到 KMP：主串指针 i 永不回溯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对比项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BF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KMP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失配后谁动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主串 i 回到本轮起点加一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主串 i 不动，模式串 j 退到 next[j]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依据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换个起点逐个重试，怕漏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已匹配的前缀与主串对齐，不用再比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最坏时间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O(nm)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O(n+m)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306824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next[j] 一句话：模式串前 j-1 个字符里，最长相等前后缀的长度加一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96112" y="4758690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BF 浪费在哪：已经比对过的字符，换个起点又从头比一遍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96112" y="5210556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next 的手算过程数据结构基础阶段第6节讲过，这里只用结论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5753862"/>
            <a:ext cx="10545775" cy="339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802 常考 next 数组的手算与含义，本节只讲为什么需要 KMP，不重复手算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本节模板卡：辅助栈逆序（模板14）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骨架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模板14 辅助栈逆序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判回文、倒数第 k、需要逆序输出的一类题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要逆序的部分压栈，再逐个弹出比对或输出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O(n) 与 O(n)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3465576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考过哪里：题集 3算5、3算7、3答7 同类；3算14 是队列变式；3答3、3答4、3答12、3答13、3算6 同属本节应用的题源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小结与课后任务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五个应用一张表，两道课后题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应用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关键动作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最容易错的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括号匹配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遇左压、遇右弹并比对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else 把字母数字运算符当右括号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中缀转后缀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数输出、括号成对、运算符弹大于等于再压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右括号处理忘了左括号弹出不输出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后缀求值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遇数压、遇运算符弹两个算完再压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两个操作数次序搞反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判回文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前半压栈、后半逐个比对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奇数长度忘了跳过中点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双栈模拟队列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s1 入 s2 出、s2 空才倒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每次都倒退化成 O(n)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514807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跟练题一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：默写括号匹配（答案 P13）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6112" y="5542788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跟练题二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：默写后缀求值，并把 A+B*(C-D)-E/F 手工转后缀、代入求值，取值见 P7（答案 P14）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620420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变式题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：题集勾画 3算5、3算7、3答7、3算14（答案 P15，课后自行对照）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跟练题一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跟练题一参考答案：括号匹配默写（自行对照）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91620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91620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696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BracketMatch(char str[], int n){
    SqStack S; InitStack(S);
    for(int i = 0; i &lt; n; i++){
        if(str[i]=='(' || str[i]=='[' || str[i]=='{') Push(S, str[i]);
        else if(str[i]==')' || str[i]==']' || str[i]=='}'){   // 只拦右括号，其他字符跳过
            if(IsEmpty(S)) return false;      // ① 右括号多了
            char top; Pop(S, top);
            if((top=='(' &amp;&amp; str[i]!=')') || (top=='[' &amp;&amp; str[i]!=']') ||
               (top=='{' &amp;&amp; str[i]!='}')) return false;   // ② 类型不匹配（交叉）
        }
    }
    return IsEmpty(S);      // ③ 左括号多了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51310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三个 return false 对应三种失配；最后一句 return IsEmpty(S) 专管左括号多了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90781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分支是 else if 只拦右括号：写成 else，a+(b*c) 扫到 a 就弹栈误判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跟练题二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跟练题二参考答案：后缀求值与表达式求值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91620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91620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696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EvalPostfix(char postfix[]){
    SqStack S; InitStack(S);
    for(int i = 0; postfix[i] != '\0'; i++){
        char c = postfix[i];
        if(c &gt;= '0' &amp;&amp; c &lt;= '9'){ int x = c - '0'; Push(S, x); }
        else{
            int b, a; Pop(S, b); Pop(S, a);   // 先弹的是右操作数
            if(c == '+') Push(S, a + b); else if(c == '-') Push(S, a - b);
            else if(c == '*') Push(S, a * b); else Push(S, a / b);
        }
    }
    int result; Pop(S, result); return result;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51310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后缀形式 ABCD-*+EF/-；代入 A=1、B=2、C=5、D=3、E=4、F=2 逐步求值，结果 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90781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验算 1+2×(5-3)-4÷2 = 3；转换的逐步栈状态见课后讲义附录一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变式题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变式题参考答案（自行对照）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3算5 括号匹配：与跟练题一同一算法，分支注意 else if 只拦右括号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3算7 中缀转后缀：照 P5 规则四条，运算符弹大于等于再压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3答7 表达式求值的栈过程：把 P7 两遍过程的每步栈状态写全，就是答题过程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3算14 循环链表实现队列：数据结构基础阶段第5节链式队列的变式，回想 rear 的移动与判空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栈队应用与串匹配</dc:title>
  <dc:subject>PptxGenJS Presentation</dc:subject>
  <dc:creator>牙膏学长</dc:creator>
  <cp:lastModifiedBy>牙膏学长</cp:lastModifiedBy>
  <cp:revision>1</cp:revision>
  <dcterms:created xsi:type="dcterms:W3CDTF">2026-09-27T05:45:25Z</dcterms:created>
  <dcterms:modified xsi:type="dcterms:W3CDTF">2026-09-27T05:45:25Z</dcterms:modified>
</cp:coreProperties>
</file>
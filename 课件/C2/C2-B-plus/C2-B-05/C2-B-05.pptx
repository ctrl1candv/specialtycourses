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树算法二：层序与路径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层序遍历能干什么，last 为什么需要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层序遍历按层访问：队列一圈一圈往外扩，数据结构基础阶段第7节已经写过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它直接能答的问题：树有几层、结点总数是多少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它答不了的问题：每一层有多少个结点、哪一层最宽——队列本身不知道一层到哪里结束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加一个变量 last：记下当前层最右结点在队列里的下标；出队越过 last，说明本层全部出完，此时队尾 rear 就是下一层最右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记住这个机制：所有按层统计的题，都是它的变体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9320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先想一步：层序队列里，凭什么判断一层已经出完了？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求宽度 · 模板6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求树的宽度：四个变量分工，last 在层结束那一刻换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Width(BiTree T){
    if(T == NULL) return 0;
    int front = 0, rear = -1, last = 0, temp = 0, maxwidth = 0;
    BiTree Q[MaxSize]; BiTree p;  Q[++rear] = T;
    while(front &lt;= last){                 // 终止条件用 last
        p = Q[front++]; temp++;
        if(p-&gt;lchild != NULL) Q[++rear] = p-&gt;lchild;
        if(p-&gt;rchild != NULL) Q[++rear] = p-&gt;rchild;
        if(front &gt; last){ last = rear;    // 本层结束：last 换成队尾
            if(temp &gt; maxwidth) maxwidth = temp;
            temp = 0; } }
    return maxwidth;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思想：宽度就是各层结点个数的最大值；层序加 last 分层，每层数一遍取最大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四个变量分工：front 是队头下标、rear 是队尾下标、last 是本层最右结点的下标、temp 是本层计数器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56923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不用封装好的循环队列：要拿队列里的下标，封装后拿不到；工具可以降级，改用数组加两个下标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96394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last 只在层结束那一刻更新：出队后 front 大于 last，就把 last 换成 rear；在入队时更新是错法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76253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复杂度：每个结点入队出队各一次，时间 O(n)，队列空间 O(n)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求宽度 · 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三层树的宽度计算：跟住 last 与 rear 的变化（拿纸跟着画）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5-width-tr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6848" y="2395728"/>
            <a:ext cx="68580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58704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树形：第1层 1；第2层 2、3；第3层 4、5、6；各层宽度 1、2、3，答案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626516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初始：1 入队，last 指 1；1 出队，2、3 入队；front 越过 last，本层结束，maxwidth 记 1，last 换成 rear 指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9265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 出队，4、5 入队；3 出队，6 入队；front 越过 last，maxwidth 记 2，last 换成 rear 指 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75879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4、5、6 依次出队，再无入队；front 第三次越过 last，maxwidth 记 3，循环停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79827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拿纸跟画：每一步写出队后 front、rear、last、temp 四个值，再对照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繁荣度 · 模板6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繁荣度：求宽度的代码改三处，层号从 1 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prosperity(BiTree T){
    if(T == NULL) return 0;
    int front = 0, rear = -1, last = 0, height = 1, width = 0, totalProsper = 0;
    BiTree Q[MaxSize]; BiTree p;  Q[++rear] = T;
    while(front &lt;= last){                        // 外层统一用 last
        p = Q[front++]; width++;
        if(p-&gt;lchild != NULL) Q[++rear] = p-&gt;lchild;
        if(p-&gt;rchild != NULL) Q[++rear] = p-&gt;rchild;
        if(front &gt; last){ totalProsper += height * width;  // 层号乘本层结点数
            last = rear; height++; width = 0; } }
    return totalProsper;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定义：每一层的结点数乘以该层的层数，全部加起来；层号从 1 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7223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与求宽度同一骨架，只改三处：maxwidth 换成累加器、多一个 height 计数器、层结束加 height 乘 width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3837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height 从 1 起：题目定义的层号从 1 起，从 0 起算就全错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677850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材料原代码外层条件是 front 小于等于 rear：本题与 last 等价，两个写法建议统一，这里统一成 last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743992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从已知算法改三处得到新算法，这种改法练变式还要再用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递归携带信息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递归中携带额外信息：从判平衡到最长路径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上一节的判平衡：返回值不够用时，让返回值兼报状态——平衡报高度，不平衡报 -1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再进一步：信息放不进返回值，就带一个跨层共享的变量进来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本节两个例子：最长路径带 path、maxPath 两个数组和 maxLen；判 BST 带 prev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判据一句话：需要每层自己副本的用值传递，需要跨层共享并被改写的用引用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先想一步：pathLen 与 maxLen，哪个该用引用？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 · 双数组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最长路径：path 记当前，maxPath 记最长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longestPath(BiTree node, int path[], int pathLen, int maxPath[], int &amp;maxLen){
    if(node == NULL) return;
    path[pathLen++] = node-&gt;data;                      // 当前结点入路径
    if(node-&gt;lchild == NULL &amp;&amp; node-&gt;rchild == NULL){  // 到叶子了
        if(pathLen &gt; maxLen){
            maxLen = pathLen;
            for(int i = 0; i &lt; maxLen; i++) maxPath[i] = path[i];  // 拷当前路径
        }
    }else{
        longestPath(node-&gt;lchild, path, pathLen, maxPath, maxLen);
        longestPath(node-&gt;rchild, path, pathLen, maxPath, maxLen); }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path 记当前正在走的路径，maxPath 记目前最长的那条；两个数组分工不同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7223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pathLen 值传递：递归回来后自动恢复，等于 path 退格；maxLen 引用：全局最优，要被子层改写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3837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只在叶子处比较并拷贝；在内部结点比较，拿到的不是完整路径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67785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调用前 pathLen 与 maxLen 初值都置 0；输出打印 maxPath 前 maxLen 个元素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717322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出处：2025 年考过；时间 O(n)，两个数组 O(n)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 · 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最长路径的递归过程：两个数组的内容变化（拿纸跟着画）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5-longest-tr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95448" y="2395728"/>
            <a:ext cx="64008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053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树形：根 1；2、3；2 的孩子 4、5；4 的左孩子 6；最长路径 1 到 2 到 4 到 6，长 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6448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下压：path 依次写入 1、2、4、6，pathLen 逐层加一；每层的 pathLen 是各自的副本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8427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 是叶子：pathLen 等于 4 大于 maxLen，maxLen 置 4，maxPath 拷成 1、2、4、6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75041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关键帧：从 6 退回 4，4 那一层的 pathLen 还是 3，path 里的 6 自动作废——值传递替我们退格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81655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再试右边：3 是叶子长 2，5 是叶子长 3，都不更长，maxPath 保持不动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 BST · 思路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 BST：中序加 prev，prev 必须引用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BST 的性质：中序遍历序列严格递增；判 BST 就是查中序序列是不是严格递增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做法：中序遍历时用 prev 记住上一个访问的值，当前值不大于 prev 就不是 BST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为什么用中序不用先序：只有中序序列对 BST 是有序的，先序无序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prev 必须引用：它跨递归层共享，上一层写完，下一层要读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先想一步：prev 的初值写 -1 行不行？树里出现负数会怎样？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 BST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 BST 的修正版代码：先声明，初值点明假设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checkBST(BiTNode *node, int &amp;prev);      // 修正一：先声明再被调用
int JudgeBST(BiTree T){
    int prev = INT_MIN;                      // 修正二：初值不隐含"值都大于 -1"
    return checkBST(T, prev); }
int checkBST(BiTNode *node, int &amp;prev){
    if(node == NULL) return 1;
    if(!checkBST(node-&gt;lchild, prev)) return 0;   // 左子树不是 BST，短路
    if(node-&gt;data &lt;= prev) return 0;              // 中序必须严格递增
    prev = node-&gt;data;
    return checkBST(node-&gt;rchild, prev); 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修正一：checkBST 先声明；材料里 JudgeBST 调用它时它还没声明，课件把声明调前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5369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修正二：prev 初值用 INT_MIN；写 -1 隐含所有值都大于 -1，树里有负数就判错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9316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题目给定下界时按题目取：如结点值均为正整数，prev 取 0 即可，但答案里要写明假设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3263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比较用 小于等于：BST 不允许重复值，相等也判不是；答题把假设写出来是加分项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递归建树 · 模板12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由先序与中序建树：归入模板 12，只给骨架与边界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BiTree Build(BiTree &amp;T, int A[], int B[], int preL, int preR, int inL, int inR){
    if(preL &gt; preR) return NULL;
    T = (BiTNode*)malloc(sizeof(BiTNode));
    T-&gt;data = A[preL];                     // 先序第一个元素是根
    int k = inL;
    while(B[k] != A[preL]) k++;            // 在中序中定位根
    int leftLen = k - inL;                 // 左子树结点个数
    Build(T-&gt;lchild, A, B, preL+1, preL+leftLen, inL, k-1);
    Build(T-&gt;rchild, A, B, preL+leftLen+1, preR, k+1, inR);
    return 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数据结构基础阶段第7节逐行讲过，这里只复习骨架与四个下标边界，归入模板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5369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四个下标：先序区间 preL 到 preR，中序区间 inL 到 inR；k 是根在中序里的位置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93165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左子树长 leftLen 等于 k 减 inL：先序左段是 preL 加 1 到 preL 加 leftLen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5930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最易错：右子树先序起点 preL 加 leftLen 加 1，少加 1 左右就接反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9877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变式留作练习：中序加后序建树，根换成后序尾元素，先划右子树再划左子树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哈夫曼构造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哈夫曼构造：每次取两个最小权合并，只记思想与骨架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struct{
    int weight;
    int parent, lchild, rchild;          // 存下标，0 表示没有
}HTNode;                                 // 数组共 2n-1 个结点
for(int i = n+1; i &lt;= 2*n-1; i++){       // 合并 n-1 次
    SelectTwoMin(HT, i-1, s1, s2);       // 在 parent==0 中选两个最小
    HT[s1].parent = HT[s2].parent = i;
    HT[i].lchild = s1;  HT[i].rchild = s2;
    HT[i].weight = HT[s1].weight + HT[s2].weight;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思想：森林里每次取两棵权值最小的树合并，新树权值是两棵之和，重复 n 减 1 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5369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为什么共 2n-1 个结点：n 个叶子，每次合并少一棵树，合并 n-1 次多出 n-1 个内部结点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93165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parent 等于 0 表示还没被合并；每轮扫一遍选两个最小，构造是 O(n²)，优先队列可降到 O(n log 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5930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802 以手算为主：考的是手算构造与编码，左右分支标 0 和 1；代码不要求写，这里只记思想与存储结构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本节四张模板卡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模板6 层序加 last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求宽度、繁荣度等一切按层统计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数组加 front、rear、last；front 越过 last 时换层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O(n)，队列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模板15 中序加 prev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 BST、查中序是否有序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中序递归，prev 引用共享；当前值不大于 prev 返回 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模板12 递归建树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由遍历序列重建二叉树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定根、中序找 k、按 leftLen 划两段递归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O(n²)，找根扫中序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模板5 递归三件套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树的高度、结点数、叶子数等统计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终止基准值、递归左右、合并返回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O(n)，栈 O(h)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考过哪里：模板6——2024 年繁荣度；模板15——2024 年判 BST；模板12——2026 年第 2 题；模板5——2025 年最长路径复用其递归骨架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五个算法一张表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关键技巧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求宽度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层序加 last，front 越过 last 换层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在入队时更新 last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繁荣度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宽度骨架改三处，累加 层号乘宽度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height 从 0 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最长路径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path 与 maxPath 双数组，pathLen 值传递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在内部结点就比较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 BST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中序加 prev，prev 引用共享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prev 初值写 -1、声明放调用后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先序首元素定根，leftLen 划区间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preL 加 leftLen 加 1 算错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每次取两个最小权合并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把编码题当代码题背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跟练默写两段，变式勾画五题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：默写求宽度与判 BST；给一棵树手算繁荣度，层号从 1 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6算20（繁茂度）、6算21（定长路径输出）、6答27 与 6算33（先序加中序建树）、6答28（中序加后序建树）、6算46（数据流第 k 大）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写不出就回看对应那一页，别直接抄答案；哈夫曼只留手算题，题集 6选33、6选40、6答26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跟练题参考答案：求宽度与判 BST（自行对照）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402884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402884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809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Width(BiTree T){
    if(T == NULL) return 0;
    int front = 0, rear = -1, last = 0, temp = 0, maxwidth = 0;
    BiTree Q[MaxSize]; BiTree p;  Q[++rear] = T;
    while(front &lt;= last){  p = Q[front++];  temp++;
        if(p-&gt;lchild != NULL) Q[++rear] = p-&gt;lchild;
        if(p-&gt;rchild != NULL) Q[++rear] = p-&gt;rchild;
        if(front &gt; last){ last = rear;
            if(temp &gt; maxwidth) maxwidth = temp;
            temp = 0; } }
    return maxwidth; }
int JudgeBST(BiTree T){
    int prev = INT_MIN;  return checkBST(T, prev); }
int checkBST(BiTNode *node, int &amp;prev){
    if(node == NULL) return 1;
    if(!checkBST(node-&gt;lchild, prev)) return 0;
    if(node-&gt;data &lt;= prev) return 0;
    prev = node-&gt;data;
    return checkBST(node-&gt;rchild, prev); 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66257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手算繁荣度：三层树 1；2、3；4、5、6，三层贡献 1×1、2×2、3×3，合计 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702045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 BST 用修正版：prev 初值 INT_MIN 或题目下界，checkBST 先声明；答题写明假设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变式题参考答案：题集五题（自行对照）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6算20 繁茂度：繁荣度同族，层序加 last 分层，把累加式换成题目定义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6算21 定长路径输出：最长路径变式，pathLen 等于 k 的叶子处输出 path，不必比大小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6答27 与 6算33 先序加中序建树：模板 12，盯住 preL 加 leftLen 加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6答28 中序加后序建树：根是后序尾元素；先划右子树再划左子树，边界同模板 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9651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6算46 数据流第 k 大：维护大小为 k 的小根堆，堆顶即第 k 大；或递归分治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树算法二：层序与路径</dc:title>
  <dc:subject>PptxGenJS Presentation</dc:subject>
  <dc:creator>牙膏学长</dc:creator>
  <cp:lastModifiedBy>牙膏学长</cp:lastModifiedBy>
  <cp:revision>1</cp:revision>
  <dcterms:created xsi:type="dcterms:W3CDTF">2026-09-27T05:46:09Z</dcterms:created>
  <dcterms:modified xsi:type="dcterms:W3CDTF">2026-09-27T05:46:09Z</dcterms:modified>
</cp:coreProperties>
</file>
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第3节 单链表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数组有两个硬约束，链表怎么绕开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顺序表用数组，数组有两个硬约束：元素必须存在一段连续内存里，大小一开始就定死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数据多了装不下要重开搬家；中间删一个留空洞，插一个要把后面全挪一遍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链表换个思路：结点各申请各的内存、散着放，用指针把前一个和后一个串起来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用指针把散着的内存串起来，这个动作在C语言强化阶段练过；这一节把它变成一个正式的数据结构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单链表的定义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LNode 是一个结点，LinkList 是一条链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47384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47384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5438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LNode{
    int data;              // 数据域，存元素
    struct LNode *next;    // 指针域，存下一个结点的地址
}LNode, *LinkList;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070738"/>
            <a:ext cx="10454335" cy="702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一个结构体起了两个名字：LNode 指一个结点，LinkList 指指向结点的指针，也就是整条链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846454"/>
            <a:ext cx="10454335" cy="702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next 的类型是 struct LNode 的指针，指向自己的同类，这叫自引用；隔一层指针才合法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622170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data 存数据、next 存下一个结点的地址，一个接一个就串成了链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头结点 · 约定2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头结点让两种特殊情况不再特殊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77673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77673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65821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InitList(LinkList &amp;L){
    L = (LNode *)malloc(sizeof(LNode));   // 建头结点
    if(L == NULL) return false;           // 申请失败判空
    L-&gt;next = NULL;                        // 空表：头结点后无结点
    return true;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474569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头结点在最前面、不存数据，头指针 L 指它，第一个数据结点是 L-&gt;next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926435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好处一：第一个数据结点的插入删除和中间位置一样，不用单独写一套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378301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好处二：空表判定统一，空表就是 L-&gt;next == NULL；本课程链表默认带头结点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建表 · 头插法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头插法建表：新结点总接在最前面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48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48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CreateByHead(LinkList &amp;L, int n){
    L = (LNode *)malloc(sizeof(LNode));
    L-&gt;next = NULL;                        // 先成空表
    for(int i = 0; i &lt; n; i++){
        LNode *s = (LNode *)malloc(sizeof(LNode));
        scanf("%d", &amp;s-&gt;data);
        s-&gt;next = L-&gt;next;                 // 新结点先接住原来的第一个
        L-&gt;next = s;                        // 再让头结点指向新结点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056376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两句次序不能换：先 s-&gt;next = L-&gt;next，再 L-&gt;next = s；反过来原来的第一个结点就找不到了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755892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每次都插在头部，所以建出来的表是输入次序的逆序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建表过程推演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头插法建 10、20、30：看逆序怎么来（拿纸跟着画）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828800" cy="713232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721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248" y="2395728"/>
            <a:ext cx="113385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72104" y="2395728"/>
            <a:ext cx="694944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0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009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048" y="2395728"/>
            <a:ext cx="113385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00904" y="2395728"/>
            <a:ext cx="694944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97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13385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9704" y="2395728"/>
            <a:ext cx="694944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246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85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4648" y="2395728"/>
            <a:ext cx="113385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8504" y="2395728"/>
            <a:ext cx="694944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3767328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① 先画头结点 L，L-&gt;next = NULL，是个空表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162044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② 读入10：新结点 s 装10，s-&gt;next 指向 L-&gt;next（NULL），L-&gt;next 指向 s，链是 L→10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823460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③ 读入20：s 装20，s-&gt;next 指向当前的第一个（10），L-&gt;next 指向 s，链是 L→20→10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5484876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④ 读入30：同样插在头部，链变成 L→30→20→10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971032"/>
            <a:ext cx="10545775" cy="301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输入是 10、20、30，建出来是 30、20、10，逆序就是这么来的：每次都插在头结点后面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建表 · 尾插法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尾插法建表：留一个 rear 指着尾巴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CreateByTail(LinkList &amp;L, int n){
    L = (LNode *)malloc(sizeof(LNode));
    LNode *r = L;                          // r 始终指向当前尾结点
    for(int i = 0; i &lt; n; i++){
        LNode *s = (LNode *)malloc(sizeof(LNode));
        scanf("%d", &amp;s-&gt;data);
        r-&gt;next = s;  r = s;               // 接在尾部，r 后移
    }
    r-&gt;next = NULL;                         // 尾结点 next 必须置空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不留 r，每插一个都要从头走到尾找尾巴，n 个结点是 O(n²)；留着 r 每次 O(1)，整体 O(n)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循环结束 r-&gt;next = NULL 不能忘，否则尾结点的 next 是 malloc 留下的垃圾值，遍历会跑飞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GetElem 与 LocateElem：起点不一样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44167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44167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2471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LNode *GetElem(LinkList L, int i){          // 按位序找
    if(i &lt; 0) return NULL;
    LNode *p = L; int j = 0;                // p 从头结点起
    while(j &lt; i &amp;&amp; p != NULL){ p = p-&gt;next; j++; }
    return p;
}
LNode *LocateElem(LinkList L, int elem){    // 按值找
    LNode *p = L-&gt;next;                     // 从第一个数据结点起
    while(p != NULL &amp;&amp; p-&gt;data != elem) p = p-&gt;next;
    return p;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441063"/>
            <a:ext cx="10545775" cy="5684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两个查找起点不同：GetElem 从头结点 L 起、走 i 步（GetElem(L,0) 是头结点）；LocateElem 从 L-&gt;next 起、逐个比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ListInsert：先找前驱，再两步接指针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ListInsert(LinkList &amp;L, int i, int elem){
    LNode *p = GetElem(L, i - 1);          // 找第 i-1 个结点（前驱）
    if(p == NULL) return false;
    LNode *s = (LNode *)malloc(sizeof(LNode));
    if(s == NULL) return false;
    s-&gt;data = elem;
    s-&gt;next = p-&gt;next;                     // 第一步：s 接住原后继
    p-&gt;next = s;                           // 第二步：p 转向 s
    return true;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链表插入找的是前驱（第 i-1 个），不像顺序表直接按下标访问；这是两种存储最大的思路差别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*p 之后插 *s，哪组语句对？（先自己选）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</a:rPr>
              <a:t>题集勾画 2选18 同类题：要在结点 *p 之后插入 *s，下面两组哪组对？先自己选，再看答案。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3282696"/>
            <a:ext cx="10545775" cy="103327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7" name="Shape 5"/>
          <p:cNvSpPr/>
          <p:nvPr/>
        </p:nvSpPr>
        <p:spPr>
          <a:xfrm>
            <a:off x="822960" y="3282696"/>
            <a:ext cx="50292" cy="103327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8" name="Text 6"/>
          <p:cNvSpPr/>
          <p:nvPr/>
        </p:nvSpPr>
        <p:spPr>
          <a:xfrm>
            <a:off x="1078992" y="3392424"/>
            <a:ext cx="10033711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A. s-&gt;next = p-&gt;next;  p-&gt;next = s;     // 先接后，再改前
B. p-&gt;next = s;  s-&gt;next = p-&gt;next;     // 先改前，再接后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1713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答案是 A。先让 s 接住 p 原来的后继，再让 p 转向 s，链子不断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88052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B 错在：p-&gt;next = s 之后，p 原来的后继已经找不到了，s-&gt;next 只能指回 s 自己，后半条链全丢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9" grpId="1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ListDelete：两次判空，free 前先取值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ListDelete(LinkList &amp;L, int i, int &amp;elem){
    LNode *p = GetElem(L, i - 1);          // 找前驱
    if(p == NULL) return false;            // 前驱不存在
    if(p-&gt;next == NULL) return false;      // 第 i 个结点不存在
    LNode *s = p-&gt;next;                    // s 指向要删的结点
    elem = s-&gt;data;                        // 先取值带出
    p-&gt;next = s-&gt;next;                     // 前驱跨过 s 接住后继
    free(s);                               // 再释放 s
    return true;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顺序是取值、改指针、再 free；要是先 free 再取 s-&gt;data，读的就是已回收的内存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表长与销毁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求表长与销毁链表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48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48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ListLength(LinkList L){
    int n = 0; LNode *p = L-&gt;next;         // 从第一个数据结点数
    while(p != NULL){ n++; p = p-&gt;next; }
    return n;
}
void DestroyList(LinkList &amp;L){
    LNode *p = L, *q;
    while(p != NULL){ q = p-&gt;next; free(p); p = q; }  // 先存后继再 free
    L = NULL;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056376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求表长不数头结点，从 L-&gt;next 开始走，走一个加一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470142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销毁必须先存后继 q 再 free(p)，否则 free 之后 p-&gt;next 读的是已回收内存；只 free 头结点是内存泄漏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单链表基本操作一张表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  <a:gridCol w="32004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要注意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头插建表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s-&gt;next=L-&gt;next; L-&gt;next=s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结果是逆序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尾插建表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r-&gt;next=s; r=s，末尾置 NULL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不留 r 变 O(n²)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ListInsert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找前驱，先接后再接前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次序不能换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ListDelete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两次判空，取值改指针再 free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 free 会读废内存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销毁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先存后继再逐个 free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 free 头结点是泄漏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链表按下标访问是 O(i)、没有随机访问，这是它和顺序表最大的不同；插删不挪元素，但要先走到前驱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：默写单链表定义、头插建表、尾插建表、ListInsert、ListDelete、DestroyList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模仿题</a:t>
            </a:r>
            <a:r>
              <a:rPr lang="en-US" sz="1800" dirty="0">
                <a:solidFill>
                  <a:srgbClr val="000000"/>
                </a:solidFill>
              </a:rPr>
              <a:t>：题集勾画 2算17——单链表就地逆置，用头插法把每个结点摘下重新插回头结点后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默写要求：合上资料能写出定义和这几个函数；参考答案在本PPT最后两页，课后自行对照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44167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44167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2471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LNode{ int data; struct LNode *next; }LNode, *LinkList;
void CreateByHead(LinkList &amp;L, int n){
    L=(LNode*)malloc(sizeof(LNode)); L-&gt;next=NULL;
    for(int i=0;i&lt;n;i++){ LNode *s=(LNode*)malloc(sizeof(LNode));
        scanf("%d",&amp;s-&gt;data); s-&gt;next=L-&gt;next; L-&gt;next=s; }
}
bool ListInsert(LinkList &amp;L, int i, int elem){
    LNode *p=GetElem(L,i-1); if(p==NULL) return false;
    LNode *s=(LNode*)malloc(sizeof(LNode)); s-&gt;data=elem;
    s-&gt;next=p-&gt;next; p-&gt;next=s; return true;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441063"/>
            <a:ext cx="10545775" cy="3208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尾插建表、ListDelete、DestroyList 见本节代码合集；删除两次判空、销毁先存后继再 free 是关键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13225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13225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9376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思想：把头结点后的每个结点依次摘下，用头插法重新接回，走一遍即逆置
void Reverse(LinkList &amp;L){
    LNode *p = L-&gt;next, *r;
    L-&gt;next = NULL;
    while(p != NULL){
        r = p-&gt;next;            // 先存后继
        p-&gt;next = L-&gt;next;      // 头插到 L 之后
        L-&gt;next = p;
        p = r;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10121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复杂度：时间 O(n) 每个结点摘下重接一次；空间 O(1) 只用 p、r 两个指针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723887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对比上一节的顺序表逆置：顺序表要挪元素，链表只改指针、不挪数据，这就是链表的长处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5732</Words>
  <Application>WPS 演示</Application>
  <PresentationFormat>On-screen Show (16:9)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单链表</dc:title>
  <dc:creator>牙膏学长</dc:creator>
  <dc:subject>PptxGenJS Presentation</dc:subject>
  <cp:lastModifiedBy>倾殇醉</cp:lastModifiedBy>
  <cp:revision>4</cp:revision>
  <dcterms:created xsi:type="dcterms:W3CDTF">2026-09-26T05:37:00Z</dcterms:created>
  <dcterms:modified xsi:type="dcterms:W3CDTF">2026-09-27T13:23:30Z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4E269F84581E46E1BB22189B5B24B215_12</vt:lpwstr>
  </property>
</Properties>
</file>
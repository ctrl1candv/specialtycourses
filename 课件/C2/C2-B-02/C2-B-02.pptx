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第2节 线性表算法二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这一节四个算法，都是改链的结构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上一节四个算法绕着一条链走：逆置、倒数第k、条件删除、交换相邻；这一节难度再高一档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归并成递减表：把两条递增的链拆成一条递减的链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重排：找中点、逆置后半、交替插入，三个已学动作拼出一个新算法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约瑟夫环：把链首尾接成环，报数摘结点，是循环链表的看家题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多项式奇偶分解：一条链拆成两条链，数据结点一个不许新malloc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75030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推演页拿纸跟着画：指针题不画图，等于没学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归并 · 模板1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归并两个递增表为递减表：双指针比较，摘小者头插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10164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10164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882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Union(LinkList &amp;la, LinkList lb){
    if(la == NULL || lb == NULL) return false;   // 判空用 ||：任一为空就不能解引用
    LNode *pa = la-&gt;next, *pb = lb-&gt;next;
    la-&gt;next = NULL;                             // 以 la 的头结点作新表
    while(pa != NULL &amp;&amp; pb != NULL){
        LNode *temp;
        if(pa-&gt;data &lt;= pb-&gt;data){ temp = pa; pa = pa-&gt;next; }
        else{ temp = pb; pb = pb-&gt;next; }
        temp-&gt;next = la-&gt;next; la-&gt;next = temp;  // 头插：自然反序
    }
    while(pa != NULL){ LNode *t = pa; pa = pa-&gt;next; t-&gt;next = la-&gt;next; la-&gt;next = t; }
    while(pb != NULL){ LNode *t = pb; pb = pb-&gt;next; t-&gt;next = la-&gt;next; la-&gt;next = t; }
    free(lb); return true;                       // lb 的头结点已无用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69854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思想：pa、pb 各扫一条表，每次摘较小者；要递减就头插——头插天然反序，不需要先归并再逆置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093257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判空用 || 不用 &amp;&amp;：写成 &amp;&amp;，la 为空时照样往下解引用 la 的 next，直接崩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487973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一个表走空后，另一个表剩下的结点由两个收尾循环继续头插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88268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free(lb)：lb 的头结点已无用，它的数据结点早被摘走了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727740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O(n)，空间 O(1)：没有新开数据结点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归并对比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递增版与递减版只差一处：尾插换成头插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插入方式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要不要rear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归并结果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递增版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尾插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要维护 rear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从小到大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递减版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头插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不要 rear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从大到小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886200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两版的双指针比较、判空 ||、收尾循环、free(lb) 完全一样，差别只在插入那两句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6112" y="4319016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尾插要一个 rear 指针永远指着尾；头插永远插在头结点之后，不需要 rear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4751832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易错：拿尾插做递减版，做出来的是递增表；要递减必须头插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5184648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先想再对答案：能不能先归并成递增、再整条逆置？可以，但多写一次逆置、多走一趟，直接头插两句就完事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归并推演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1、3、5 与 2、4、6 归并成 6、5、4、3、2、1（拿纸跟着画）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23848" y="2395728"/>
            <a:ext cx="1306286" cy="713232"/>
          </a:xfrm>
          <a:prstGeom prst="rect">
            <a:avLst/>
          </a:prstGeom>
          <a:solidFill>
            <a:srgbClr val="F5F6F7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3745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3848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3745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0133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0030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0133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40030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6419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46316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6419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46316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2705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2602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2705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52602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48990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5888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990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58888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55276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5173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55276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5173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61562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71459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61562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71459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∧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" y="37673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初始：pa 指 1，pb 指 2，la 的头结点之后已置空，当作新表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6112" y="41620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 对 2：摘 1 头插，la 指向 1；pa 移到 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6112" y="45567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3 对 2：摘 2 头插，la 指向 2 指向 1；pb 移到 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6112" y="49514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3 对 4：摘 3，la 前成 3、2、1；5 对 4：摘 4，la 前成 4、3、2、1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6112" y="53461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5 对 6：摘 5，la 前成 5、4、3、2、1；pa 走空，pb 剩 6，进收尾循环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6112" y="574090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摘 6 头插：la 指向 6 指向 5 指向 4 指向 3 指向 2 指向 1，归并完成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真题·408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 · 第一步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快慢指针找中点：slow 停在前半段最后一个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143268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143268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1213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第一步：快慢指针找中点（模板2）
NODE *slow = head-&gt;next, *fast = head-&gt;next;
while(fast-&gt;next != NULL &amp;&amp; fast-&gt;next-&gt;next != NULL){
    slow = slow-&gt;next; fast = fast-&gt;next-&gt;next;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402957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这一步是上一节的模板2快慢指针：找中点是它的第二个用途，倒数第k是第一个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442429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终止条件看 fast 的 next 和 fast 的 next 的 next：fast 每次走两步，越界时 slow 正好过半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508571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偶数个结点时 slow 停在前半段最后一个；奇数个时停在中点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548042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slow 的 next 就是后半段的头，第二步从它开始；第三步能逐个交替，全靠这个停点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587514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先自己判断：为什么不写成 fast 不等于 NULL 就停？写下理由，第三步讲完后对答案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 · 第二三步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头插逆置后半段，再交替插入：an 排到 a2 前面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47252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47252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32530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第二步：断开并头插逆置后半段（模板1）
NODE *second = slow-&gt;next, *rev = NULL;
slow-&gt;next = NULL;
while(second != NULL){
    NODE *temp = second-&gt;next;         // 先存后继
    second-&gt;next = rev; rev = second;  // 头插到 rev 前
    second = temp;
}
second = rev;                          // second 指向逆置后的头
// 第三步：交替插入（新动作）
NODE *first = head-&gt;next;
while(second != NULL){
    NODE *temp1 = first-&gt;next, *temp2 = second-&gt;next;  // 先存两个 next
    second-&gt;next = temp1; first-&gt;next = second;
    first = temp1; second = temp2;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606942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第二步就是模板1原地逆置的循环体：先存后继、再头插，只是把新链的头换成 rev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464137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第三步交替插入是新动作：每轮把 second 的当前结点插到 first 当前结点之后，两条链各前进一步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858853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每轮先存 temp1、temp2 两个 next 再改指针，否则改完就断链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725356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O(n)，空间 O(1)：三步全在原有结点上改指针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六个结点 a1 到 a6 的三步重排（拿纸跟着画）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23848" y="2395728"/>
            <a:ext cx="1306286" cy="713232"/>
          </a:xfrm>
          <a:prstGeom prst="rect">
            <a:avLst/>
          </a:prstGeom>
          <a:solidFill>
            <a:srgbClr val="F5F6F7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3745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3848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3745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0133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0030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0133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40030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6419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46316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6419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46316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2705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2602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2705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52602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48990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5888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990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58888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55276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5173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55276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5173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61562" y="2395728"/>
            <a:ext cx="13062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71459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61562" y="2395728"/>
            <a:ext cx="8098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71459" y="2395728"/>
            <a:ext cx="49638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∧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" y="37673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第一步：slow、fast 从 a1 出发，fast 越界时 slow 停在 a3，a3 的 next 就是后半段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6112" y="44287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第二步：断开 a3 之后，a4、a5、a6 头插逆置成 a6 指向 a5 指向 a4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6112" y="48234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第三步第1轮：a6 插到 a1 后，first 到 a2，second 到 a5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6112" y="52181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第2轮：a5 插到 a2 后，first 到 a3，second 到 a4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6112" y="56128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第3轮：a4 插到 a3 后，second 为空，循环停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6112" y="600760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结果：a1、a6、a2、a5、a3、a4；每一步先存后继再改指针，三条规矩逐条对上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约瑟夫环 · 模板11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循环单链表模拟报数：不带头结点，直接拿 1 号当起点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365796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365796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3438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Josephus(int n, int s, int m){
    LNode *head = (LNode*)malloc(sizeof(LNode));  // 不带头结点：head 直接存 1 号
    head-&gt;data = 1;  LNode *r = head;
    for(int i = 2; i &lt;= n; i++){
        LNode *p = (LNode*)malloc(sizeof(LNode));
        p-&gt;data = i;  r-&gt;next = p;  r = p;
    }
    r-&gt;next = head;                               // 成环
    LNode *p = head, *pre = r;                    // 定位第 s 个，pre 同步维护
    while(p-&gt;data != s){ pre = p; p = p-&gt;next; }
    while(p-&gt;next != p){                          // 自己指自己＝只剩一个
        for(int i = 1; i &lt; m; i++){ pre = p; p = p-&gt;next; }
        pre-&gt;next = p-&gt;next;  free(p);            // 摘结点
        p = pre-&gt;next;
    }
    return p-&gt;data;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625486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题目没要求头结点，直接拿第一个数据结点当起点：与数据结构基础阶段第3节默认带头结点的写法形成对照，考场上按题面来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91627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定位第 s 个时 pre 跟着走：摘结点必须知道前驱，pre 的初值是尾结点 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731099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报数循环走 m 减 1 次：从自己开始数，数到 m 的出列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770571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只剩一个的判定：p 的 next 等于 p，自己指向自己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810042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O(nm)，空间 O(n)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约瑟夫环推演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 等于 5、s 等于 1、m 等于 3 的报数过程（拿纸跟着画）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248" y="2395728"/>
            <a:ext cx="1463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45332" y="2395728"/>
            <a:ext cx="0" cy="768096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8248" y="2395728"/>
            <a:ext cx="90708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45332" y="2395728"/>
            <a:ext cx="5559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01288" y="2395728"/>
            <a:ext cx="1463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8372" y="2395728"/>
            <a:ext cx="0" cy="768096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1288" y="2395728"/>
            <a:ext cx="90708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8372" y="2395728"/>
            <a:ext cx="5559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64328" y="2395728"/>
            <a:ext cx="1463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1412" y="2395728"/>
            <a:ext cx="0" cy="768096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4328" y="2395728"/>
            <a:ext cx="90708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71412" y="2395728"/>
            <a:ext cx="5559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27368" y="2395728"/>
            <a:ext cx="1463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4452" y="2395728"/>
            <a:ext cx="0" cy="768096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7368" y="2395728"/>
            <a:ext cx="90708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34452" y="2395728"/>
            <a:ext cx="5559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90408" y="2395728"/>
            <a:ext cx="1463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97492" y="2395728"/>
            <a:ext cx="0" cy="768096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0408" y="2395728"/>
            <a:ext cx="90708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97492" y="2395728"/>
            <a:ext cx="5559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385876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初始成环：1 指向 2 指向 3 指向 4 指向 5 再指回 1，p 在 1，pre 在 5，从 1 开始报数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452018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第1轮报 1、2、3：3 出列，环剩 1、2、4、5，从 4 接着报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49149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第2轮报 4、5、1：1 出列，剩 2、4、5，从 2 接着报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53096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第3轮报 2、4、5：5 出列，剩 2、4，从 2 接着报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570433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第4轮报 2、4、2：2 出列，4 自己指自己，循环停，返回 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96112" y="609904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每轮动作不变：pre 跨过去、free、从 pre 后面继续报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多项式分解 · 模板1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稀疏多项式按奇偶次项分解：只新建两个头结点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SplitPoly(PolyNode *L, PolyNode *&amp;odd, PolyNode *&amp;even){
    odd  = (PolyNode*)malloc(sizeof(PolyNode));  odd-&gt;next  = odd;   // 新头结点，自成环
    even = (PolyNode*)malloc(sizeof(PolyNode));  even-&gt;next = even;
    PolyNode *p = L-&gt;next, *temp;
    while(p != L){                               // 循环链表终止：回到 L
        temp = p-&gt;next;                          // 先存后继，改指针后还能找下一个
        if(p-&gt;exp % 2 == 0){ p-&gt;next = even-&gt;next; even-&gt;next = p; }  // 偶次项
        else{ p-&gt;next = odd-&gt;next; odd-&gt;next = p; }                     // 奇次项
        p = temp;
    }
    free(L);                                     // 原头结点已无用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53276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利用原结点空间：数据结点全部从原链上摘，只新建 odd、even 两个头结点；新malloc数据结点违反题意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59890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摘结点前必须先存后继 temp：头插改掉 p 的 next 之后就找不到下一个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63837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两个新链也用头插，挂进去的顺序与原链相反；题目要保序就换尾插、各维护一个 rear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677850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循环链表的遍历终止条件：p 不等于 L，循环链表里根本没有 NULL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717322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O(n)，空间 O(1)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指针次序专题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双链表插删与交换相邻：先接外部，再改自身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赋值条数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次序要点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双链表插入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先接好新结点的 prior 和 next，再改前后两个老结点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双链表删除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先让前驱的 next 跨过去，再收尾被删结点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交换相邻两结点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六条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先接外部两端，⑤⑥互指必须最后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共同原则：先用旧指针把外部接好，最后再改要插入或交换的结点自身的指针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475869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一旦先改了自身，旧指针值被覆盖，外部那几句就再也写不出来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5210556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插入与删除见数据结构基础阶段第4节，交换相邻见上一节，这一页只做收拢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96112" y="5662422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写完按三条规矩自查：先接后断、画图再写、查孤立结点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本节四张模板卡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 头插法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逆置、建表、归并成递减、拆表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摘下、存后继、两句头插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与 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模板2 快慢指针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倒数第k、找中点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快的走两步慢的走一步，快越界慢过半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与 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模板3 断链拼接三步走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重排类多动作组合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找中点、逆置后半、交替插入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与 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模板11 循环链表模拟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报数出列、轮转问题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建环、定位s维护pre、报数摘结点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O(nm) 与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考过哪里：模板1——2023循环段倒置、2022多项式分解；模板2——2025年、408统考2019年；模板3——408统考2019年重排、2020双向循环链表重排；模板11——2026约瑟夫环。出处只标年份，怎么做归真题课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四个算法一张表，两道跟练四道变式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关键动作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最容易错的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归并成递减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双指针比较、摘小者头插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用尾插做递减版；忘收尾循环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重排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找中点、逆置后半、交替插入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交替时忘先存两个 next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约瑟夫环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建环、定位s、报数摘结点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定位时没维护 pre；判剩一个写错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多项式分解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摘结点按奇偶头插进两条新链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新malloc数据结点；忘先存后继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：默写归并两个递增表为递减表、约瑟夫环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5141214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：题集勾画 2算21（与课上同型）、2算37（双向循环链表奇偶重排）、2算42（多项式奇偶分解原题）、2算27（求交集且利用 A 的空间）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932170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 PPT 最后三页，课后自行对照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跟练一参考答案：归并两个递增表为递减表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28708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28708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3067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Union(LinkList &amp;la, LinkList lb){
    if(la == NULL || lb == NULL) return false;
    LNode *pa = la-&gt;next, *pb = lb-&gt;next;
    la-&gt;next = NULL;
    while(pa != NULL &amp;&amp; pb != NULL){
        LNode *temp;
        if(pa-&gt;data &lt;= pb-&gt;data){ temp = pa; pa = pa-&gt;next; }
        else{ temp = pb; pb = pb-&gt;next; }
        temp-&gt;next = la-&gt;next; la-&gt;next = temp;
    }
    while(pa != NULL){ LNode *t = pa; pa = pa-&gt;next; t-&gt;next = la-&gt;next; la-&gt;next = t; }
    while(pb != NULL){ LNode *t = pb; pb = pb-&gt;next; t-&gt;next = la-&gt;next; la-&gt;next = t; }
    free(lb);
    return true;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88398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关键：头插自然反序；判空用 ||；两个收尾循环；free(lb)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278697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O(n)，空间 O(1)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跟练二参考答案：约瑟夫环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65796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65796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3438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Josephus(int n, int s, int m){
    LNode *head = (LNode*)malloc(sizeof(LNode));
    head-&gt;data = 1;  LNode *r = head;
    for(int i = 2; i &lt;= n; i++){
        LNode *p = (LNode*)malloc(sizeof(LNode));
        p-&gt;data = i;  r-&gt;next = p;  r = p;
    }
    r-&gt;next = head;
    LNode *p = head, *pre = r;
    while(p-&gt;data != s){ pre = p; p = p-&gt;next; }
    while(p-&gt;next != p){
        for(int i = 1; i &lt; m; i++){ pre = p; p = p-&gt;next; }
        pre-&gt;next = p-&gt;next;  free(p);
        p = pre-&gt;next;
    }
    return p-&gt;data;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625486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关键：不带头结点；定位第 s 个时维护 pre；剩一个的判定是 p 的 next 等于 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64957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O(nm)，空间 O(n)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2算21：与课上完全同型，照跟练一的写法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2算37（2020真题）：带头结点双向循环链表按奇偶位置拆成两条链，先存后继再改指针，次序见第12页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2算42（2022真题）：与课上多项式分解同一算法，见第11页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2算27：双指针比较求交集，相等的结点摘下，利用 A 的头结点和结点空间接成结果表，不新malloc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线性表算法二</dc:title>
  <dc:subject>PptxGenJS Presentation</dc:subject>
  <dc:creator>牙膏学长</dc:creator>
  <cp:lastModifiedBy>牙膏学长</cp:lastModifiedBy>
  <cp:revision>1</cp:revision>
  <dcterms:created xsi:type="dcterms:W3CDTF">2026-09-27T05:15:55Z</dcterms:created>
  <dcterms:modified xsi:type="dcterms:W3CDTF">2026-09-27T05:15:55Z</dcterms:modified>
</cp:coreProperties>
</file>
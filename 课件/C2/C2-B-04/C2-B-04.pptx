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 / 17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0" y="214884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重邮802 数据结构代码课程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0" y="2834640"/>
            <a:ext cx="12191695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数据结构强化阶段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0" y="4114800"/>
            <a:ext cx="121916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第4节 树算法一：递归三件套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0" y="484632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阶段：强化 ｜ 主讲：牙膏学长 ｜ 预计45分钟 ｜ 资料答疑：伴梦研途QQ群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 / 17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引题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为什么树的算法大部分都是递归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96112" y="2395728"/>
            <a:ext cx="10454335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二叉树的定义本身就是递归的：二叉树是空树，或者由一个根结点加上左、右两棵子树构成，子树还是二叉树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96112" y="3209544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每一层要做的动作完全一样：处理根、处理左子树、处理右子树，只是作用的对象越来越小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96112" y="3680460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先序、中序、后序遍历就是同一个递归体的三种执行顺序，数据结构基础阶段第7节已经写过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96112" y="4151376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想一个问题：求树的高度、求结点数，如果不用递归，循环该怎么写？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96112" y="4622292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结论：不是树的算法爱用递归，是树的定义决定了递归最顺手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 / 17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递归三件套 · 模板5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通用骨架三行：终止、缩小、返回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395728"/>
            <a:ext cx="10545775" cy="1847574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395728"/>
            <a:ext cx="50292" cy="1847574"/>
          </a:xfrm>
          <a:prstGeom prst="rect">
            <a:avLst/>
          </a:prstGeom>
          <a:solidFill>
            <a:srgbClr val="1F4E9C"/>
          </a:solidFill>
          <a:ln/>
        </p:spPr>
      </p:sp>
      <p:sp>
        <p:nvSpPr>
          <p:cNvPr id="7" name="Text 5"/>
          <p:cNvSpPr/>
          <p:nvPr/>
        </p:nvSpPr>
        <p:spPr>
          <a:xfrm>
            <a:off x="1078992" y="2505456"/>
            <a:ext cx="10033711" cy="162811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F2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某统计(BiTree T){
    if(T == NULL) return 基准值;                // 终止：空树返回基准
    int 左 = 某统计(T-&gt;lchild);                  // 缩小：递归左右子树
    int 右 = 某统计(T-&gt;rchild);
    return 合并(左, 右, 本结点);                 // 返回：合并子结果
}
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96112" y="4444470"/>
            <a:ext cx="10454335" cy="3787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000000"/>
                </a:solidFill>
              </a:rPr>
              <a:t>第一行终止：树递归的终止条件是空树，空树返回什么就是基准值，写函数先定它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96112" y="4896336"/>
            <a:ext cx="10454335" cy="3787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000000"/>
                </a:solidFill>
              </a:rPr>
              <a:t>中间缩小：左右子树各递归一次，规模每步下降一层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96112" y="5348202"/>
            <a:ext cx="10454335" cy="3787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000000"/>
                </a:solidFill>
              </a:rPr>
              <a:t>最后一行返回：把两个子结果按题目要求合并，加上本结点的贡献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96112" y="5800068"/>
            <a:ext cx="10454335" cy="3787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000000"/>
                </a:solidFill>
              </a:rPr>
              <a:t>写任何树统计函数只填两处：基准值填什么、合并怎么写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 / 17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递归三件套 · 三个实例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求高度、结点数、叶子数：三行骨架只差两处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395728"/>
            <a:ext cx="10545775" cy="2359884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395728"/>
            <a:ext cx="50292" cy="2359884"/>
          </a:xfrm>
          <a:prstGeom prst="rect">
            <a:avLst/>
          </a:prstGeom>
          <a:solidFill>
            <a:srgbClr val="1F4E9C"/>
          </a:solidFill>
          <a:ln/>
        </p:spPr>
      </p:sp>
      <p:sp>
        <p:nvSpPr>
          <p:cNvPr id="7" name="Text 5"/>
          <p:cNvSpPr/>
          <p:nvPr/>
        </p:nvSpPr>
        <p:spPr>
          <a:xfrm>
            <a:off x="1078992" y="2505456"/>
            <a:ext cx="10033711" cy="21404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TreeDepth(BiTree T){                        // 求高度
    if(T == NULL) return 0;
    return max(TreeDepth(T-&gt;lchild), TreeDepth(T-&gt;rchild)) + 1; }
int CountNodes(BiTree T){                       // 求结点数
    if(T == NULL) return 0;
    return CountNodes(T-&gt;lchild) + CountNodes(T-&gt;rchild) + 1; }
int CountLeaves(BiTree T){                      // 求叶子数
    if(T == NULL) return 0;
    if(T-&gt;lchild == NULL &amp;&amp; T-&gt;rchild == NULL) return 1;   // 多一个叶子判定
    return CountLeaves(T-&gt;lchild) + CountLeaves(T-&gt;rchild); }
</a:t>
            </a:r>
            <a:endParaRPr lang="en-US" sz="11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4956780"/>
          <a:ext cx="10545775" cy="914400"/>
        </p:xfrm>
        <a:graphic>
          <a:graphicData uri="http://schemas.openxmlformats.org/drawingml/2006/table">
            <a:tbl>
              <a:tblPr/>
              <a:tblGrid>
                <a:gridCol w="2636444"/>
                <a:gridCol w="2636444"/>
                <a:gridCol w="2636444"/>
                <a:gridCol w="2636444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实例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终止返回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合并方式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多出来的判断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求高度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max 加 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无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求结点数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相加加 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无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求叶子数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相加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当前结点是叶子则直接返回 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896112" y="6867876"/>
            <a:ext cx="10454335" cy="321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三个函数只有两处不同：基准值是什么、两个子结果怎么合并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96112" y="7262592"/>
            <a:ext cx="10454335" cy="321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写新的树统计函数三步：先定终止值，再定合并方式，最后看要不要额外判断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 / 17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求高度 · 递归展开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7 个结点的树求高度：递归展开再收回（拿纸跟着画）</a:t>
            </a:r>
            <a:endParaRPr lang="en-US" sz="2800" dirty="0"/>
          </a:p>
        </p:txBody>
      </p:sp>
      <p:pic>
        <p:nvPicPr>
          <p:cNvPr id="5" name="Image 0" descr="D:\Program Project\SpecialtyCourses\assets\diagrams\b4-tree7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124048" y="2395728"/>
            <a:ext cx="5943600" cy="2651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96112" y="5230368"/>
            <a:ext cx="10454335" cy="321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树形：根 1，左 2 右 3；2 的左 4 右 5；3 的左 6 右 7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96112" y="5625084"/>
            <a:ext cx="10454335" cy="321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展开：1 调左 2 调右 3；2 再调 4、5；3 再调 6、7；4、5、6、7 再往下碰到空树返回 0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96112" y="6019800"/>
            <a:ext cx="10454335" cy="588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收回：4 返回 max(0,0)+1=1，5 同理 1；2 返回 max(1,1)+1=2；6、7 同理 1，3 返回 2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96112" y="6681216"/>
            <a:ext cx="10454335" cy="321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1 返回 max(2,2)+1=3，整棵树高度 3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96112" y="7075932"/>
            <a:ext cx="10454335" cy="321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先自己在纸上画出调用框的进出顺序和每个框的返回值，再对照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 / 17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判完全二叉树 · 思路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层序遍历加 tag：遇过缺孩子，后面必须全是叶子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96112" y="2395728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完全二叉树按层排满：只允许最后一层缺结点，且缺的都集中在右边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96112" y="2866644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一句话判据：若某个结点缺少子结点，则其后所有结点都必须是叶子结点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96112" y="3337560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做法：层序遍历每个出队结点，分别检查它的左孩子和右孩子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96112" y="3808476"/>
            <a:ext cx="10454335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tag 记是否已经遇过缺孩子：遇空孩子置 1；tag 已置 1 又遇到非空孩子，就不是完全二叉树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96112" y="4622292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左、右孩子分开查、分开置 tag：有右孩子没左孩子会被第二个分支拦下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7 / 17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判完全二叉树 · 代码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JudgeComplete：两个分支各管一个孩子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395728"/>
            <a:ext cx="10545775" cy="2545324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395728"/>
            <a:ext cx="50292" cy="2545324"/>
          </a:xfrm>
          <a:prstGeom prst="rect">
            <a:avLst/>
          </a:prstGeom>
          <a:solidFill>
            <a:srgbClr val="1F4E9C"/>
          </a:solidFill>
          <a:ln/>
        </p:spPr>
      </p:sp>
      <p:sp>
        <p:nvSpPr>
          <p:cNvPr id="7" name="Text 5"/>
          <p:cNvSpPr/>
          <p:nvPr/>
        </p:nvSpPr>
        <p:spPr>
          <a:xfrm>
            <a:off x="1078992" y="2505456"/>
            <a:ext cx="10033711" cy="23258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JudgeComplete(BiTree T){                    // 空树算完全二叉树
    if(T == NULL) return 1;
    SqQueue Q; InitQueue(Q); EnQueue(Q, T);
    int tag = 0; BiTree p;                      // tag=1 表示已经遇过缺孩子
    while(!IsEmpty(Q)){
        DeQueue(Q, p);
        if(p-&gt;lchild != NULL){ if(tag) return 0; EnQueue(Q, p-&gt;lchild); }else tag = 1;
        if(p-&gt;rchild != NULL){ if(tag) return 0; EnQueue(Q, p-&gt;rchild); }else tag = 1;
    }
    return 1;
}
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96112" y="5142220"/>
            <a:ext cx="10454335" cy="321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分支一：孩子非空且 tag 是 1，返回 0，缺孩子之后还有非空结点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96112" y="5536936"/>
            <a:ext cx="10454335" cy="321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分支二：孩子为空，置 tag=1，这是全函数唯一置 tag 的地方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96112" y="5931652"/>
            <a:ext cx="10454335" cy="321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分支三：孩子非空且 tag 是 0，正常入队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96112" y="6326368"/>
            <a:ext cx="10454335" cy="321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有右孩子没左孩子：第二个 if 里的非空孩子撞上 tag=1，照样返回 0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 / 17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判平衡二叉树 · 思路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为什么返回高度而不用 bool：一个返回值带两种信息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96112" y="2395728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这个函数同时干两件事：往上报高度、往上报是否平衡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96112" y="2866644"/>
            <a:ext cx="10454335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返回 bool 就要拆成两个函数：先判平衡，再单独求高度，整棵树被递归两遍，O(n) 退成 O(n²)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96112" y="3680460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返回 int：平衡时返回高度，高度总是不小于 0；不平衡返回 -1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96112" y="4151376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用 -1 当信号安全，因为合法高度最小是 0，-1 不可能与真高度混淆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96112" y="4622292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先想一步：子树已经不平衡了，还有必要算另一边的高度吗？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9 / 17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判平衡二叉树 · 代码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JudgeAVL：-1 短路，看到 -1 直接透传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395728"/>
            <a:ext cx="10545775" cy="2186625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395728"/>
            <a:ext cx="50292" cy="2186625"/>
          </a:xfrm>
          <a:prstGeom prst="rect">
            <a:avLst/>
          </a:prstGeom>
          <a:solidFill>
            <a:srgbClr val="1F4E9C"/>
          </a:solidFill>
          <a:ln/>
        </p:spPr>
      </p:sp>
      <p:sp>
        <p:nvSpPr>
          <p:cNvPr id="7" name="Text 5"/>
          <p:cNvSpPr/>
          <p:nvPr/>
        </p:nvSpPr>
        <p:spPr>
          <a:xfrm>
            <a:off x="1078992" y="2505456"/>
            <a:ext cx="10033711" cy="196716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JudgeAVL(BiTree T){                         // 返回高度；-1 表示不平衡
    if(T == NULL) return 0;                     // 空树高度 0，也算平衡
    int HL = JudgeAVL(T-&gt;lchild);
    if(HL == -1) return -1;                     // 左子树已不平衡，短路
    int RL = JudgeAVL(T-&gt;rchild);
    if(RL == -1) return -1;
    if(HL - RL &lt; -1 || HL - RL &gt; 1) return -1;  // 本结点不平衡
    return max(HL, RL) + 1;                     // 平衡，往上报高度
}
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96112" y="4783521"/>
            <a:ext cx="10454335" cy="321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两个 if(HL == -1) return -1 是短路：子树已经不平衡，另一边不用再算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96112" y="5178237"/>
            <a:ext cx="10454335" cy="321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忘写短路会把 -1 当高度继续算，差值判断全错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96112" y="5572953"/>
            <a:ext cx="10454335" cy="321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不要写成先求高度再判差值：那是两遍递归，O(n²)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 / 17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求镜像树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mirrorTree：三行交换加两行递归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395728"/>
            <a:ext cx="10545775" cy="2095334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395728"/>
            <a:ext cx="50292" cy="2095334"/>
          </a:xfrm>
          <a:prstGeom prst="rect">
            <a:avLst/>
          </a:prstGeom>
          <a:solidFill>
            <a:srgbClr val="1F4E9C"/>
          </a:solidFill>
          <a:ln/>
        </p:spPr>
      </p:sp>
      <p:sp>
        <p:nvSpPr>
          <p:cNvPr id="7" name="Text 5"/>
          <p:cNvSpPr/>
          <p:nvPr/>
        </p:nvSpPr>
        <p:spPr>
          <a:xfrm>
            <a:off x="1078992" y="2505456"/>
            <a:ext cx="10033711" cy="187587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mirrorTree(BiTree &amp;T){
    if(T == NULL) return;
    BiTNode *temp = T-&gt;rchild;
    T-&gt;rchild = T-&gt;lchild;
    T-&gt;lchild = temp;
    mirrorTree(T-&gt;lchild);
    mirrorTree(T-&gt;rchild);
}
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96112" y="4692230"/>
            <a:ext cx="10454335" cy="3406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000000"/>
                </a:solidFill>
              </a:rPr>
              <a:t>每个结点做一次左右指针交换，交换完递归进两个孩子，整棵树左右翻转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96112" y="5105996"/>
            <a:ext cx="10454335" cy="3406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000000"/>
                </a:solidFill>
              </a:rPr>
              <a:t>先交换再递归、先递归再交换结果一样：交换的是两棵子树整体，选一种写到底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96112" y="5519762"/>
            <a:ext cx="10454335" cy="3406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000000"/>
                </a:solidFill>
              </a:rPr>
              <a:t>这题只改结点内部指针，参数写成 BiTree T 值传递也能完成；要改 T 本身指向才需要引用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11 / 17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求树的度 · 复习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求树的度：孩子兄弟递归，全局变量记最大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395728"/>
            <a:ext cx="10545775" cy="2253654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395728"/>
            <a:ext cx="50292" cy="2253654"/>
          </a:xfrm>
          <a:prstGeom prst="rect">
            <a:avLst/>
          </a:prstGeom>
          <a:solidFill>
            <a:srgbClr val="1F4E9C"/>
          </a:solidFill>
          <a:ln/>
        </p:spPr>
      </p:sp>
      <p:sp>
        <p:nvSpPr>
          <p:cNvPr id="7" name="Text 5"/>
          <p:cNvSpPr/>
          <p:nvPr/>
        </p:nvSpPr>
        <p:spPr>
          <a:xfrm>
            <a:off x="1078992" y="2505456"/>
            <a:ext cx="10033711" cy="203419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F2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degree = 0;                     // 全局变量，记树的最大度
int Post(CSNode *p){
    if(p == NULL) return 0;
    Post(p-&gt;firstchild);
    int d = 1 + Post(p-&gt;nextbro);   // 兄弟链长度就是本结点的度
    degree = max(degree, d);
    return d;
}
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96112" y="4850550"/>
            <a:ext cx="10454335" cy="359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000000"/>
                </a:solidFill>
              </a:rPr>
              <a:t>数据结构基础阶段第8节逐行讲过，这里不重复，只做两件事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96112" y="5283366"/>
            <a:ext cx="10454335" cy="359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000000"/>
                </a:solidFill>
              </a:rPr>
              <a:t>归入模板5的变体：返回值是兄弟链长度，全局变量存最大值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96112" y="5716182"/>
            <a:ext cx="10454335" cy="359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000000"/>
                </a:solidFill>
              </a:rPr>
              <a:t>记一个套路：递归中维护全局量，这是 802 常考的写法，下一节最长路径同一套路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12 / 17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模板卡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模板卡：模板 5 递归三件套</a:t>
            </a:r>
            <a:endParaRPr lang="en-US" sz="28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395728"/>
          <a:ext cx="10545775" cy="914400"/>
        </p:xfrm>
        <a:graphic>
          <a:graphicData uri="http://schemas.openxmlformats.org/drawingml/2006/table">
            <a:tbl>
              <a:tblPr/>
              <a:tblGrid>
                <a:gridCol w="2636444"/>
                <a:gridCol w="2636444"/>
                <a:gridCol w="2636444"/>
                <a:gridCol w="2636444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模板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适用场景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骨架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复杂度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模板5 递归三件套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树的高度、结点数、叶子数等一切统计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终止基准值、递归左右子树、合并返回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O(n)，递归栈 O(h)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96112" y="3465576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变体：返回值不够用时带全局量（求树的度），或让返回值兼报状态（判平衡的 -1）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96112" y="3936492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用法：见到树的统计题，先填基准值再填合并式，别从第一行现想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22960" y="4498848"/>
            <a:ext cx="10545775" cy="3589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考过哪里：2025 最长路径、2024 判 BST，都属于递归中携带额外信息这一族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13 / 17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小结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本节七个算法一张表</a:t>
            </a:r>
            <a:endParaRPr lang="en-US" sz="28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395728"/>
          <a:ext cx="10545775" cy="914400"/>
        </p:xfrm>
        <a:graphic>
          <a:graphicData uri="http://schemas.openxmlformats.org/drawingml/2006/table">
            <a:tbl>
              <a:tblPr/>
              <a:tblGrid>
                <a:gridCol w="3515258"/>
                <a:gridCol w="3515258"/>
                <a:gridCol w="3515258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算法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关键技巧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最容易错的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求高度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终止 0，合并取 max 再加 1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合并写成相加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求结点数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终止 0，合并相加再加 1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与求高度互相记混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求叶子数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是叶子直接返回 1，不再递归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多写加 1 就变成结点数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判完全二叉树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层序加 tag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只在左右都空时才置 tag，漏有右无左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判平衡二叉树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返回高度，-1 短路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忘短路，把 -1 当高度用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求镜像与求度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三行交换；全局变量记最大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想改 T 指向却用值传递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14 / 17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课后任务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跟练默写四段，变式勾画五题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96112" y="2395728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00000"/>
                </a:solidFill>
              </a:rPr>
              <a:t>跟练题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：默写求高度、求结点数、求叶子数三个函数，再默写判完全与判平衡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96112" y="2866644"/>
            <a:ext cx="10454335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00000"/>
                </a:solidFill>
              </a:rPr>
              <a:t>变式题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：题集勾画 6算10（递归求叶数）、6算11（左右子树交换）、6算17（判完全二叉树）、6答17 与 6答33（树递归代码纠错）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96112" y="3680460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写不出就回看对应那一页，别直接抄答案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4242816"/>
            <a:ext cx="10545775" cy="3589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参考答案在最后三页，课后自行对照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15 / 17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参考答案 · 跟练一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跟练题参考答案：递归三件套（自行对照）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395728"/>
            <a:ext cx="10545775" cy="264737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395728"/>
            <a:ext cx="50292" cy="2647370"/>
          </a:xfrm>
          <a:prstGeom prst="rect">
            <a:avLst/>
          </a:prstGeom>
          <a:solidFill>
            <a:srgbClr val="1F4E9C"/>
          </a:solidFill>
          <a:ln/>
        </p:spPr>
      </p:sp>
      <p:sp>
        <p:nvSpPr>
          <p:cNvPr id="7" name="Text 5"/>
          <p:cNvSpPr/>
          <p:nvPr/>
        </p:nvSpPr>
        <p:spPr>
          <a:xfrm>
            <a:off x="1078992" y="2505456"/>
            <a:ext cx="10033711" cy="24279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F2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TreeDepth(BiTree T){
    if(T == NULL) return 0;
    return max(TreeDepth(T-&gt;lchild), TreeDepth(T-&gt;rchild)) + 1; }
int CountNodes(BiTree T){
    if(T == NULL) return 0;
    return CountNodes(T-&gt;lchild) + CountNodes(T-&gt;rchild) + 1; }
int CountLeaves(BiTree T){
    if(T == NULL) return 0;
    if(T-&gt;lchild == NULL &amp;&amp; T-&gt;rchild == NULL) return 1;
    return CountLeaves(T-&gt;lchild) + CountLeaves(T-&gt;rchild); }
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96112" y="5244266"/>
            <a:ext cx="10454335" cy="359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000000"/>
                </a:solidFill>
              </a:rPr>
              <a:t>三个函数只差两处：基准值与合并方式；叶子数多出叶子判定那一行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96112" y="5677082"/>
            <a:ext cx="10454335" cy="359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000000"/>
                </a:solidFill>
              </a:rPr>
              <a:t>时间 O(n)：每个结点访问一次；递归栈空间 O(h)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16 / 17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参考答案 · 跟练二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跟练题参考答案：判完全与判平衡（自行对照）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395728"/>
            <a:ext cx="10545775" cy="3101645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395728"/>
            <a:ext cx="50292" cy="3101645"/>
          </a:xfrm>
          <a:prstGeom prst="rect">
            <a:avLst/>
          </a:prstGeom>
          <a:solidFill>
            <a:srgbClr val="1F4E9C"/>
          </a:solidFill>
          <a:ln/>
        </p:spPr>
      </p:sp>
      <p:sp>
        <p:nvSpPr>
          <p:cNvPr id="7" name="Text 5"/>
          <p:cNvSpPr/>
          <p:nvPr/>
        </p:nvSpPr>
        <p:spPr>
          <a:xfrm>
            <a:off x="1078992" y="2505456"/>
            <a:ext cx="10033711" cy="288218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JudgeComplete(BiTree T){
    if(T == NULL) return 1;
    SqQueue Q; InitQueue(Q); EnQueue(Q, T);
    int tag = 0; BiTree p;
    while(!IsEmpty(Q)){ DeQueue(Q, p);
        if(p-&gt;lchild != NULL){ if(tag) return 0; EnQueue(Q, p-&gt;lchild); }else tag = 1;
        if(p-&gt;rchild != NULL){ if(tag) return 0; EnQueue(Q, p-&gt;rchild); }else tag = 1; }
    return 1; }
int JudgeAVL(BiTree T){
    if(T == NULL) return 0;
    int HL = JudgeAVL(T-&gt;lchild);   if(HL == -1) return -1;
    int RL = JudgeAVL(T-&gt;rchild);   if(RL == -1) return -1;
    if(HL - RL &lt; -1 || HL - RL &gt; 1) return -1;
    return max(HL, RL) + 1; }
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96112" y="5698541"/>
            <a:ext cx="10454335" cy="321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判完全唯一置 tag 的地方：孩子为空；有右无左会被第二个分支拦下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96112" y="6093257"/>
            <a:ext cx="10454335" cy="321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判平衡两个 if 是短路；平衡返回高度，不平衡返回 -1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17 / 17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参考答案 · 变式题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变式题参考答案：题集五题（自行对照）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96112" y="2395728"/>
            <a:ext cx="10454335" cy="321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6算10 递归求叶数：即求叶子数，是叶子直接返回 1，不加 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96112" y="2790444"/>
            <a:ext cx="10454335" cy="321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6算11 左右子树交换：即镜像树，三行交换加两行递归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96112" y="3185160"/>
            <a:ext cx="10454335" cy="321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6算17 判完全二叉树：层序加 tag，三个分支照 JudgeComplete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96112" y="3579876"/>
            <a:ext cx="10454335" cy="321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6答17 与 6答33 读算法纠错：先查终止返回值，再查合并与短路，-1 不能被当高度用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22960" y="4066032"/>
            <a:ext cx="10545775" cy="1989003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10" name="Shape 8"/>
          <p:cNvSpPr/>
          <p:nvPr/>
        </p:nvSpPr>
        <p:spPr>
          <a:xfrm>
            <a:off x="822960" y="4066032"/>
            <a:ext cx="50292" cy="1989003"/>
          </a:xfrm>
          <a:prstGeom prst="rect">
            <a:avLst/>
          </a:prstGeom>
          <a:solidFill>
            <a:srgbClr val="1F4E9C"/>
          </a:solidFill>
          <a:ln/>
        </p:spPr>
      </p:sp>
      <p:sp>
        <p:nvSpPr>
          <p:cNvPr id="11" name="Text 9"/>
          <p:cNvSpPr/>
          <p:nvPr/>
        </p:nvSpPr>
        <p:spPr>
          <a:xfrm>
            <a:off x="1078992" y="4175760"/>
            <a:ext cx="10033711" cy="176954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mirrorTree(BiTree &amp;T){
    if(T == NULL) return;
    BiTNode *temp = T-&gt;rchild;
    T-&gt;rchild = T-&gt;lchild;
    T-&gt;lchild = temp;
    mirrorTree(T-&gt;lchild);
    mirrorTree(T-&gt;rchild);
}
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树算法一：递归三件套</dc:title>
  <dc:subject>PptxGenJS Presentation</dc:subject>
  <dc:creator>牙膏学长</dc:creator>
  <cp:lastModifiedBy>牙膏学长</cp:lastModifiedBy>
  <cp:revision>1</cp:revision>
  <dcterms:created xsi:type="dcterms:W3CDTF">2026-09-27T05:08:34Z</dcterms:created>
  <dcterms:modified xsi:type="dcterms:W3CDTF">2026-09-27T05:08:34Z</dcterms:modified>
</cp:coreProperties>
</file>
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第8节 查找算法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查找的代码题少，为什么还要讲代码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17 道算法大题里查找只占 1 道（2021 双调序列），但综合应用题里折半判定树、BST、AVL、散列 ASL 都是常客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手算题的前提是看懂对应的代码：判定树就是折半查找过程的图形化，ASL 就是从树上读比较次数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所以本节的定位：代码讲到能读懂能改写，手算只讲'它在代码里长什么样'，ASL 的完整计算训练留给专业课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9286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这一节六个查找方法：顺序、折半、BST、AVL、散列、分块；前两个是线性表查找，后四个是树形与散列查找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顺序查找 · 哨兵法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哨兵法：把两个判断合并成一个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SeqSearch(int A[], int n, int key){
    A[0] = key;                       // 哨兵：把待查值放在 0 位
    int i = n;
    while(A[i] != key) i--;           // 不需要判 i&gt;=0，A[0] 一定命中
    return i;                         // 返回 0 表示查找失败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21501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普通版每次循环要判 i&gt;=0 &amp;&amp; A[i]!=key 两个条件；哨兵版只判 A[i]!=key，因为 A[0] 放了 key 保底，循环一定会停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87643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前提是数据存 A[1..n]、A[0] 留作哨兵位——这是查找章节的哨兵变体，与排序章节的 data[0] 哨兵同一思路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53785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n 很大时这个优化能省一半的比较次数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02400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O(n)；顺序查找对表没有任何要求，有序无序都能查，这是它和折半查找的前提差别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折半查找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折半查找：三个边界都要讲清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7444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7444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54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BinSearch(int A[], int low, int high, int key){
    while(low &lt;= high){
        int mid = (low + high) / 2;
        if(key == A[mid]) return mid + 1;      // 返回位序
        else if(key &lt; A[mid]) high = mid - 1;
        else low = mid + 1;
    }
    return 0;                                  // 查找失败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7133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边界一：low&lt;=high 带等号，因为 low==high 时区间里还剩一个元素要查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166055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边界二：high=mid-1 与 low=mid+1 不能写成 mid，否则区间不缩小、死循环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56077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边界三：返回 mid+1 是位序，与基础阶段第2节 LocateElem 返回 i+1 是同一个约定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04692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 O(logn)；前提是线性表有序且顺序存储——链表不能折半，因为取中间元素要 O(n)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折半查找 · 判定树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判定树：折半查找过程的图形化</a:t>
            </a:r>
            <a:endParaRPr lang="en-US" sz="2800" dirty="0"/>
          </a:p>
        </p:txBody>
      </p:sp>
      <p:pic>
        <p:nvPicPr>
          <p:cNvPr id="5" name="Image 0" descr="D:\Program Project\SpecialtyCourses\assets\diagrams\b8-judge-tr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66848" y="2395728"/>
            <a:ext cx="685800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95604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把每次比较的 mid 画成结点，往左半区找是左子树、往右半区找是右子树，得到一棵平衡二叉树（n=11 的判定树如图）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6174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成功查找的比较次数 = 结点所在的层数；失败查找 = 走到对应外部结点（方框）的层数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0121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成功 ASL = 各层结点数乘层数的总和除以 n；失败 ASL = 各外部结点数乘层数除以外部结点数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649833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本课只要求会画判定树与读出比较次数；ASL 的完整计算训练在专业课，题集勾画 9答3 选做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· 查找与插入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的查找与插入：参数为什么是指针的引用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10164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10164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882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BSTNode *BSTSearch(BSTNode *T, int key){
    while(T != NULL &amp;&amp; key != T-&gt;key){
        if(key &lt; T-&gt;key) T = T-&gt;lchild; else T = T-&gt;rchild;
    }
    return T;                              // NULL 表示没找到
}
int BSTInsert(BSTNode *&amp;T, int key){
    if(T == NULL){                         // 找到空位，新建结点
        T = (BSTNode*)malloc(sizeof(BSTNode));
        T-&gt;key = key; T-&gt;lchild = T-&gt;rchild = NULL;  return 1;
    }
    if(key == T-&gt;key) return 0;            // 已存在，不插
    return key&lt;T-&gt;key ? BSTInsert(T-&gt;lchild,key) : BSTInsert(T-&gt;rchild,key);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69854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BST 性质：左子树全部小于根、右子树全部大于根，中序遍历是有序序列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093257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插入参数是 BSTNode *&amp;T（指针的引用）：要改的是父结点的 lchild 或 rchild 字段，不是 T 自己的副本；不带 &amp; 新建的结点接不到树上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846113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查找时间 O(树高)，最坏 O(n)（单支树）；插入位置一定是叶子，找空位的过程就是查找过程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· 删除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的删除：三种情况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BSTDelete(BSTree &amp;T, int key){
    if(T==NULL) return 0;
    if(key&lt;T-&gt;key) return BSTDelete(T-&gt;lchild, key);
    if(key&gt;T-&gt;key) return BSTDelete(T-&gt;rchild, key);
    if(T-&gt;lchild==NULL){ BSTNode *s=T; T=T-&gt;rchild; free(s); return 1; }
    if(T-&gt;rchild==NULL){ BSTNode *s=T; T=T-&gt;lchild; free(s); return 1; }
    BSTNode *pre=T-&gt;lchild;                    // 双孩子：找中序前驱
    while(pre-&gt;rchild) pre=pre-&gt;rchild;
    T-&gt;key=pre-&gt;key;  return BSTDelete(T-&gt;lchild, pre-&gt;key);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95678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叶子：直接删，不影响其他结点；② 单孩子：把孩子接到父结点上（参数是引用，T=T-&gt;rchild 就直接改了父结点的字段）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61819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双孩子：不能直接删（两棵子树会断），用中序前驱（左子树最大值）替换值，再递归删那个前驱——前驱一定没有右孩子，回到情况①或②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710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为什么用中序前驱能保持 BST 性质：前驱是中序序列里刚好小于它的值，替换后左子树全部小于它、右子树全部大于它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删除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删除双孩子结点：中序前驱替换四步（拿纸跟画）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b8-bst-delet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09648" y="2395728"/>
            <a:ext cx="777240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504748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找中序前驱：待删结点左子树的最右结点（图中删 45，前驱是左子树最右的 37）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44220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把前驱的值 37 拷到待删结点，树的结构没变、只改了值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8369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递归到左子树删 37：它没有右孩子，按情况①或②删掉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2316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验证：中序序列仍然有序，BST 性质保持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71779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也可以用中序后继（右子树最小值）替换，两者对称；本课统一用前驱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AVL · 四种旋转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AVL 插入：找最小失衡子树，定旋转类型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3657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新结点位置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旋转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失衡结点的左孩子的左子树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右单旋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右孩子的右子树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左单旋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左孩子的右子树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先左后右双旋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右孩子的左子树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先右后左双旋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4727448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4727448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8" name="Text 5"/>
          <p:cNvSpPr/>
          <p:nvPr/>
        </p:nvSpPr>
        <p:spPr>
          <a:xfrm>
            <a:off x="1078992" y="4837176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RotateR(AVLTree &amp;T){            // 右单旋（LL 型）
    AVLTree B = T-&gt;lchild;
    T-&gt;lchild = B-&gt;rchild;           // B 的右子树回挂给 T 当左子树
    B-&gt;rchild = T;
    T = B;                           // B 上位当根
}
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6546738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插入后从新结点往上找第一个平衡因子绝对值大于 1 的结点，就是最小失衡子树的根；代码只给右单旋作代表，其余三个对称写法课后自己补——802 考的是插入后画树与判断旋转类型，不是写旋转代码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散列表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散列构造与两种冲突处理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7444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7444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54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Hash(int key){ return key % 11; }        // p 取不大于表长的最大质数
void InsertOpen(int H[], int key){           // 开放定址：线性探测
    int addr = Hash(key);
    while(H[addr]!=EMPTY &amp;&amp; H[addr]!=DELETED){
        if(H[addr]==key) return;             // 已存在
        addr = (addr+1) % TableLen;          // 探测下一位
    }
    H[addr] = key;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7133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除留余数法 p 取质数：让余数分布更均匀，冲突变少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16605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开放定址的删除不能直接置 EMPTY（会断开探测链，后面靠探测找到的元素就再也找不到），要打删除标记 DELETED，查找遇到 DELETED 要继续探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82747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链地址：同义词拉成单链表头插；不聚集、删除方便，但要额外指针空间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6313627"/>
            <a:ext cx="10545775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SearchOpen 的终止依赖表里至少有一个 EMPTY 槽：表满且查不存在的关键字会无限探测，本函数在装载因子小于 1 时成立；ASL 计算训练留给专业课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分块查找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分块查找：索引表加块内顺序查找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索引表存每块的最大值与起始位置，先在索引表里找块（可以折半），再在块内顺序查找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块间有序、块内无序，是顺序查找与折半查找的折中：不要求整体有序，又比纯顺序快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ASL 是两次查找之和：索引表查找加块内查找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代码不写，只给思想；分块查找是填空题的考点（题集勾画 9答28 同类）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模板卡：模板9 二分框架改判定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3657600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模板9 二分框架改判定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有序或特殊序列的查找变式（2021 双调序列最大值）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low/high 夹逼，mid 处按题目条件决定往哪半走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O(logn)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4655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折半查找是它的标准形态；把'与 key 比大小'换成题目给的判定条件，就是各种变式题——C3 讲真题时先报这个模板编号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六个查找方法：顺序（哨兵法省判断）、折半（三个边界、判定树读 ASL）、BST（查插删，删除分三种情况）、AVL（四种旋转保平衡）、散列（两种冲突处理）、分块（索引表加块内顺序）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5524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：默写哨兵版顺序查找、折半查找、BST 的查找与插入；给序列 45、24、53、12、37、93 画出 BST 并算成功 ASL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3662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9算1（哨兵顺序查找）、9答2（折半查找过程）、9选14 与 9选20（AVL 插入与旋转）同类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参考答案在本PPT最后三页，课后自行对照。下一节进入排序：插入与交换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9352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SeqSearch(int A[], int n, int key){
    A[0]=key;  int i=n;
    while(A[i]!=key) i--;  return i;
}
int BinSearch(int A[], int low, int high, int key){
    while(low&lt;=high){ int mid=(low+high)/2;
        if(key==A[mid]) return mid+1;
        else if(key&lt;A[mid]) high=mid-1;  else low=mid+1; }
    return 0;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的查找与插入见本节代码合集；哨兵版返回 0 表示失败，折半返回 mid+1 是位序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序列 45、24、53、12、37、93 的 BST 与成功 ASL</a:t>
            </a:r>
            <a:endParaRPr lang="en-US" sz="2800" dirty="0"/>
          </a:p>
        </p:txBody>
      </p:sp>
      <p:pic>
        <p:nvPicPr>
          <p:cNvPr id="5" name="Image 0" descr="D:\Program Project\SpecialtyCourses\assets\diagrams\b8-bst-answ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81248" y="2395728"/>
            <a:ext cx="5029200" cy="2194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77316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插入次序：45 为根；24&lt;45 左；53&gt;45 右；12&lt;45&lt;24 左左；37&lt;45&gt;24 左右；93&gt;45&gt;53 右右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43458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成功 ASL = (1×1 + 2×2 + 3×3) / 6 = 14/6 ≈ 2.33（层数：45 在第1层，24、53 在第2层，12、37、93 在第3层）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187440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BST 的形状由插入次序决定，同一组数不同次序可能得到不同形状的树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9算1 哨兵顺序查找：把 key 放 A[0]，从后往前扫，返回 0 即失败——与跟练一同一算法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9答2 折半查找过程：每次取 mid=(low+high)/2 比较，画出 low、high、mid 的逐轮变化，比较次数就是判定树上的层数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1083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9选14、9选20 AVL 插入与旋转：插入后从新结点往上找最小失衡子树，按新结点位置定 LL/RR/LR/RL，LL 右单旋、RR 左单旋、LR 先左后右、RL 先右后左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2715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9答3（判定树加 ASL）选做；9答26、9答28（散列建表与冲突对比）的 ASL 计算在专业课练，本课只要求会写构造代码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查找算法</dc:title>
  <dc:subject>PptxGenJS Presentation</dc:subject>
  <dc:creator>牙膏学长</dc:creator>
  <cp:lastModifiedBy>牙膏学长</cp:lastModifiedBy>
  <cp:revision>1</cp:revision>
  <dcterms:created xsi:type="dcterms:W3CDTF">2026-09-27T07:04:42Z</dcterms:created>
  <dcterms:modified xsi:type="dcterms:W3CDTF">2026-09-27T07:04:42Z</dcterms:modified>
</cp:coreProperties>
</file>
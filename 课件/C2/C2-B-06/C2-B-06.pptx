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第6节 图算法一：遍历应用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基础阶段第9节的 DFS，加一点东西就能解图的大题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本节六个算法全部建在数据结构基础阶段第9节的 DFS 和 BFS 上，不引入新的遍历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六个算法的差别只有两处：visited 怎么处理、额外带什么信息（深度、序列、入度表）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图算法大题两大形态：路径类（两点间、经过 k、长度 k）和拓扑类（排序、验证、判唯一）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数据结构基础阶段第9节留了一个问题：visited 什么时候要清掉？这一节用两个版本的代码给出答案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6509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听的方法：每个算法先问自己，只写最朴素的 DFS 会错在哪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判连通 · 一次性标记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判两点连通：标记打了就不撤，只问能不能到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visited[MaxVertexNum] = {0};
int Pathitoj(ALGraph G, int i, int j){
    if(i == j) return 1;
    visited[i] = 1;
    for(ArcNode *p = G.vertices[i].firstarc; p != NULL; p = p-&gt;nextarc){
        int k = p-&gt;adjvex;
        if(!visited[k] &amp;&amp; Pathitoj(G, k, j)) return 1;
    }
    return 0;                       // 注意：这里不复位 visited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思想：从 i 出发做 DFS，撞到 j 返回 1；所有邻居都试完还没撞到，返回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3514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visited 是全局数组、标记后从不复位：探过到不了 j 的顶点，留着当剪枝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7462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隐患：同一程序里调第二次之前必须手动清零，把它当一次性函数用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1409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先自己想：为什么这题可以不复位 visited？想好再往下看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经过k的路径 · DFS回溯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u 到 v 并经过 k：拆成两段，中间必须复位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思路：u 到 v 经过 k，就是 u 能到 k、并且 k 能到 v，两段都是普通的判连通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三个要点：回溯句写在失败返回之前；成功返回时不清标记；两段之间必须手动清零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76600"/>
            <a:ext cx="10545775" cy="310164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76600"/>
            <a:ext cx="50292" cy="310164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386328"/>
            <a:ext cx="10033711" cy="2882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checkPath(ALGraph G, int u, int v, bool visited[]){
    if(u == v) return true;
    visited[u] = true;
    for(ArcNode *p = G.vertices[u].firstarc; p != NULL; p = p-&gt;nextarc)
        if(!visited[p-&gt;adjvex] &amp;&amp; checkPath(G, p-&gt;adjvex, v, visited)) return true;
    visited[u] = false;             // 回溯：失败返回前复位
    return false;
}
bool IsExistPathGoBy(ALGraph G, int u, int k, int v){
    if(G.vexnum == 0 || G.arcnum == 0) return false;
    bool visited[MaxVertexNum] = {false};    // 固定长度数组（勘误A6写法）
    if(!checkPath(G, u, k, visited)) return false;         // 第一段：u 到 k
    for(int i = 0; i &lt; G.vexnum; i++) visited[i] = false;  // 两段之间复位
    return checkPath(G, k, v, visited); }              // 第二段：k 到 v
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长度k的路径 · 带深度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长度为 k 的路径：多带一个 depth 参数，k 最大是 vexnum-1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思想：DFS 多带一个 depth，每往下一层加 1；depth 等于 k 说明正好走出 k 条边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k 范围 1 到 vexnum-1：简单路径不重复顶点，k 条边需 k+1 个不同顶点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851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每个起点各试一遍，换起点前 visited 全部复位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71316"/>
            <a:ext cx="10545775" cy="310164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671316"/>
            <a:ext cx="50292" cy="310164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781044"/>
            <a:ext cx="10033711" cy="2882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DFS(ALGraph&amp; G, int i, int depth, int k, int visited[]){
    if(depth == k) return true;             // 走了 k 条边，成功
    visited[i] = 1;
    for(ArcNode* e = G.vertices[i].firstarc; e != NULL; e = e-&gt;nextarc){ int v = e-&gt;adjvex;
        if(!visited[v] &amp;&amp; DFS(G, v, depth + 1, k, visited)){ visited[i] = 0; return true; } }
    visited[i] = 0;                         // 回溯：失败返回前复位
    return false;
}
bool existsKSimplePath(ALGraph&amp; G, int k){
    if(k &lt; 1 || k &gt; G.vexnum - 1) return false;   // 边界：k 条边需 k+1 个顶点
    int visited[MaxVertexNum];
    for(int i = 0; i &lt; G.vexnum; i++){ for(int j = 0; j &lt; G.vexnum; j++) visited[j] = 0;
        if(DFS(G, i, 0, k, visited)) return true; }
    return false; }
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 · visited的两种处理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同样是 DFS，一个从不复位、一个回溯复位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0356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0356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84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判连通：只问能不能到，标记留着当剪枝
visited[i] = 1;   ... 试完 i 的所有邻居 ...
return 0;                    // 失败：标记保留
// 找路径：一条路不行，要让别的路还能经过这些顶点
visited[u] = true;   ... 试完 u 的所有邻居 ...
visited[u] = false;          // 失败：清除标记（回溯）
return false;
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400459"/>
          <a:ext cx="10545775" cy="914400"/>
        </p:xfrm>
        <a:graphic>
          <a:graphicData uri="http://schemas.openxmlformats.org/drawingml/2006/table">
            <a:tbl>
              <a:tblPr/>
              <a:tblGrid>
                <a:gridCol w="2109155"/>
                <a:gridCol w="2109155"/>
                <a:gridCol w="2109155"/>
                <a:gridCol w="2109155"/>
                <a:gridCol w="2109155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什么时候用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失败返回时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成功返回时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隐患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不复位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只问能不能到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标记保留当剪枝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标记保留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二次调用前要手动清零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回溯复位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找路径、多段拼接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清除标记让别的路再试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清或不清都对，统一即可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忘复位会误判 false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96112" y="5890931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判断标准：问能不能到，用不复位；问路怎么走、要拼接多段，必须回溯复位——visited 只在找路径类题目里要清，这是数据结构基础阶段第9节留的问题的答案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过程推演 · visited对比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同一张图跑两种写法：差异出在顶点 1（拿纸跟着画）</a:t>
            </a:r>
            <a:endParaRPr lang="en-US" sz="2800" dirty="0"/>
          </a:p>
        </p:txBody>
      </p:sp>
      <p:pic>
        <p:nvPicPr>
          <p:cNvPr id="5" name="Image 0" descr="D:\Program Project\SpecialtyCourses\assets\diagrams\b6-visited-compa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12568" y="2395728"/>
            <a:ext cx="6766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77316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图：边 0-1、0-2、1-3、2-3、1-4、4-5；任务 0→5 且经过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18693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左版：段一 0→1→3 成功标记残留；段二 1 被挡住、2 是死路，误判 false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560070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右版：段一后复位；段二 3→1，0、2 试死后回退，走 4→5 成功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6014466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差异帧：段二从 3 选邻居那一刻，左版的 1 走不了、右版的 1 能走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拓扑排序 · 入度表加栈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拓扑排序：入度 0 入栈，出栈输出并让后继入度减一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TopoLogicalSort(ALGraph G, int print[]){
    if(G.kind != 1) return false;               // 只有有向图才有拓扑序
    int indegree[MaxVertexNum] = {0};
    for(int i = 0; i &lt; G.vexnum; i++) for(ArcNode *p = G.vertices[i].firstarc; p != NULL; p = p-&gt;nextarc) indegree[p-&gt;adjvex]++;
    SqStack S; InitStack(S);
    for(int i = 0; i &lt; G.vexnum; i++) if(indegree[i] == 0) Push(S, i);
    int count = 0;
    while(!IsEmpty(S)){ int u; Pop(S, u); print[count++] = u;
        for(ArcNode *p = G.vertices[u].firstarc; p != NULL; p = p-&gt;nextarc)
            if(--indegree[p-&gt;adjvex] == 0) Push(S, p-&gt;adjvex); }
    return count == G.vexnum;                   // 输出不足说明有环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276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四步：求入度（数据结构基础阶段第9节的 Indegree）；入度 0 入栈；出栈输出；后继减一到 0 入栈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223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栈换成队列也对：得到的拓扑序不同，但都合法（下一页推演会看见）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61170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先自己判断：为什么 count 小于 vexnum 就说明有环？想好再往下看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过程推演 · 拓扑排序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顶点 DAG 跑一遍：栈版输出 0 2 1 3 4（拿纸跟着画）</a:t>
            </a:r>
            <a:endParaRPr lang="en-US" sz="2800" dirty="0"/>
          </a:p>
        </p:txBody>
      </p:sp>
      <p:pic>
        <p:nvPicPr>
          <p:cNvPr id="5" name="Image 0" descr="D:\Program Project\SpecialtyCourses\assets\diagrams\b6-topo-da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78328" y="2395728"/>
            <a:ext cx="603504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72744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初始入度 0、1、1、2、1（图下方格子），只有 0 入栈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14121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出 0 输出：1、2 减一都变 0 入栈（底 1 顶 2）；出 2：3 减到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555498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出 1：3 减到 0 入栈；出 3：4 减到 0 入栈；出 4 结束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5968746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输出 0 2 1 3 4；换队列得 0 1 2 3 4 也合法；拿纸跟着画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真题·2026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判拓扑序列 · 入度表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判给定序列是不是拓扑序列：按给定顺序模拟，不用真排序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关键认识：不需要自己做一遍拓扑排序再比较，按给定序列的顺序模拟一遍即可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每检查一个 u：入度不为 0 返回 false；为 0 则把它的后继入度减一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1851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O(|V|+|E|)、空间 O(|V|)，比先排序再比较省事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71316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671316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781044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IsTopoSeq(ALGraph G, int seq[], int n){
    if(G.vexnum == 0) return false;
    int indegree[MaxVertexNum] = {0};
    for(int i = 0; i &lt; G.vexnum; i++)
        for(ArcNode *p = G.vertices[i].firstarc; p != NULL; p = p-&gt;nextarc) indegree[p-&gt;adjvex]++;
    for(int i = 0; i &lt; n; i++){ int u = seq[i];
        if(indegree[u] != 0) return false;      // 还有前驱没出现，不合法
        for(ArcNode *p = G.vertices[u].firstarc; p != NULL; p = p-&gt;nextarc) indegree[p-&gt;adjvex]--;
    }
    return true;
}
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判拓扑序列唯一 · 邻接表版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判拓扑序列是否唯一：任何一轮入度为 0 的只能有一个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思路：某一轮同时有两个入度为 0 的顶点，它们谁前谁后都合法，拓扑序不唯一；反过来每轮恰好一个，顺序被唯一确定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148584"/>
            <a:ext cx="10545775" cy="273076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148584"/>
            <a:ext cx="50292" cy="27307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58312"/>
            <a:ext cx="10033711" cy="25113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uniquely(ALGraph G){
    int indegree[MaxVertexNum] = {0}, num0 = 0;
    for(int i = 0; i &lt; G.vexnum; i++)
        for(ArcNode *p = G.vertices[i].firstarc; p != NULL; p = p-&gt;nextarc) indegree[p-&gt;adjvex]++;
    SqQueue Q; InitQueue(Q);                   // 队列或栈都行，只数数
    for(int i = 0; i &lt; G.vexnum; i++) if(indegree[i] == 0){ num0++; EnQueue(Q, i); }
    if(num0 != 1) return 0;                    // 第一轮入度为 0 的必须只有一个
    while(!IsEmpty(Q)){ int v; DeQueue(Q, v); num0 = 0;
        for(ArcNode *p = G.vertices[v].firstarc; p != NULL; p = p-&gt;nextarc)
            if(--indegree[p-&gt;adjvex] == 0){ num0++; EnQueue(Q, p-&gt;adjvex); }
        if(num0 &gt; 1) return 0; }               // 任何一轮新出两个就不唯一
return 1; }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080516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字段对应：numVertices→vexnum、numEdges→arcnum、VerticesList→vex、Edge→edge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本节两张模板卡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模板7 DFS 回溯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路径类：经过 k、长度 k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标记、递归、失败复位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O(V+E)，栈 O(V)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模板13 入度表法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拓扑类：排序、验证、唯一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入度表、入栈输出、减一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O(V+E)，空间 O(V)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886200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考过哪里：模板 7——2025 年、2024 年的路径大题；模板 13——2026 年判拓扑序列、2024 年拓扑排序填空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六个算法一张表，两道跟练六道变式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visited 处理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判两点连通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标记后从不复位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二次调用前忘了清零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经过 k 的路径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回溯复位、两段之间再清零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中间忘了复位，第二段误判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长度 k 的路径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回溯复位、每起点前清零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 上界写成 vexnum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拓扑排序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不用 visited、用入度表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先输出后减后继入度，次序写反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判给定序列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入度表加按序模拟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忘了先求入度表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判唯一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入度表加每轮计数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拿着另一套字段名写代码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5686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：默写拓扑排序与判给定序列是否拓扑序列两个完整函数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9634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：题集勾画 7算13、7算14、7算18、7算19、7答9、7算25，与上方六个算法一一对应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跟练题参考答案：拓扑排序（自行对照）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162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162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696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TopoLogicalSort(ALGraph G, int print[]){
    if(G.kind != 1) return false;
    int indegree[MaxVertexNum] = {0};
    for(int i = 0; i &lt; G.vexnum; i++)
        for(ArcNode *p = G.vertices[i].firstarc; p != NULL; p = p-&gt;nextarc) indegree[p-&gt;adjvex]++;
    SqStack S; InitStack(S);
    for(int i = 0; i &lt; G.vexnum; i++) if(indegree[i] == 0) Push(S, i);
    int count = 0;
    while(!IsEmpty(S)){ int u; Pop(S, u); print[count++] = u;
        for(ArcNode *p = G.vertices[u].firstarc; p != NULL; p = p-&gt;nextarc)
            if(--indegree[p-&gt;adjvex] == 0) Push(S, p-&gt;adjvex); }
    return count == G.vexnum;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51310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入度 0 入栈、出栈输出、后继入度减一、减到 0 再入栈，四步顺序不能反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9078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时间 O(|V|+|E|)、空间 O(|V|)；count 不足顶点数说明有环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跟练题参考答案：判给定序列是否拓扑序列（自行对照）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132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132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937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IsTopoSeq(ALGraph G, int seq[], int n){
    if(G.vexnum == 0) return false;
    int indegree[MaxVertexNum] = {0};
    for(int i = 0; i &lt; G.vexnum; i++)
        for(ArcNode *p = G.vertices[i].firstarc; p != NULL; p = p-&gt;nextarc) indegree[p-&gt;adjvex]++;
    for(int i = 0; i &lt; n; i++){ int u = seq[i];
        if(indegree[u] != 0) return false;
        for(ArcNode *p = G.vertices[u].firstarc; p != NULL; p = p-&gt;nextarc) indegree[p-&gt;adjvex]--;
    }
    return true;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10121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按给定序列顺序模拟：每步先查当前顶点入度是否为 0，再把它的后继入度减一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723887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不需要自己生成拓扑序再比较；入度表求法与拓扑排序共用同一段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变式题上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变式题参考答案：7算13、7算14、7算18（自行对照）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7算13 DFS 判可达路径：即第 3 页 Pathitoj 思路，从 u 出发 DFS 撞见 v 返回 1；visited 一次性使用，调用前清零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7算14 BFS 判可达路径：从 u 层序扩展，撞见 v 返回 1；visited 在入队时标记，DFS 换成队列，判断结构不变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7算18 长度 k 的简单路径：与 P5 同一算法，DFS 带 depth 参数，每起点前 visited 复位，k 的范围 1 到 vexnum-1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变式题参考答案：7算19、7答9、7算25（自行对照）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0356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0356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84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AllPath(ALGraph G, int u, int v, bool visited[], int path[], int d){
    visited[u] = true; path[d++] = u;        // u 记入当前路径
    if(u == v){ for(int i = 0; i &lt; d; i++) printf("%d ", path[i]); printf("\n"); }
    for(ArcNode *p = G.vertices[u].firstarc; p != NULL; p = p-&gt;nextarc)
        if(!visited[p-&gt;adjvex]) AllPath(G, p-&gt;adjvex, v, visited, path, d);
    visited[u] = false;                      // 回溯：让别的路还能经过 u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400459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7算19 输出 u 到 v 的全部简单路径：找到一条不停机，path 记当前路径、d 记长度；首调前 visited 全 false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06187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7答9 写出全部拓扑序列：拿推演那张图，0 1 2 3 4 与 0 2 1 3 4 都合法，判据就是判唯一那页——某轮 1、2 同时入度为 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723291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7算25 DAG 顶点拓扑编号：做一次拓扑排序，按输出先后编号 1 到 n，每条弧自然从编号小的一端指向大的一端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图算法一：遍历应用</dc:title>
  <dc:subject>PptxGenJS Presentation</dc:subject>
  <dc:creator>牙膏学长</dc:creator>
  <cp:lastModifiedBy>牙膏学长</cp:lastModifiedBy>
  <cp:revision>1</cp:revision>
  <dcterms:created xsi:type="dcterms:W3CDTF">2026-09-27T06:23:32Z</dcterms:created>
  <dcterms:modified xsi:type="dcterms:W3CDTF">2026-09-27T06:23:32Z</dcterms:modified>
</cp:coreProperties>
</file>
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第9节 图：存储与遍历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一张图，两种存法，各存了什么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图比树复杂：结点（叫顶点）之间的关系任意，可以有环、可以多对多，不像树那样一层一层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存图有两种主流办法：邻接矩阵用一个二维数组记'谁和谁之间有边'，邻接表用顶点表加边表记'每个顶点连向谁'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全部图算法都建在两件事上：图怎么存、图怎么走。这一节就讲这两件，是三大重点章里图算法的地基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图是 802 三大重点章之一，2020—2026 考了 5 道大题；这一节的两种存储和两种遍历，是后面所有图算法的前提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存储 · 邻接矩阵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邻接矩阵：一个二维数组记边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5942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5942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6399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#define MaxVertexNum 100
typedef struct{
    char vex[MaxVertexNum];                 // 顶点表
    int edge[MaxVertexNum][MaxVertexNum];   // 邻接矩阵
    int vexnum, arcnum;                     // 顶点数、边数
    int kind;                               // 有向或无向
}MGraph;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56322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edge[i][j]=1 表示顶点 i 到 j 有边；无向图的矩阵对称，因为 i-j 和 j-i 是同一条边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155838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有向图不对称，edge[i][j] 表示从 i 指向 j 的弧；带权图把 1 换成权值，不可达的位置存 INF（一个很大的数）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855354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空间是 O(n²)，不管有多少条边都开 n×n 个格子，稀疏图会浪费很多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存储 · 邻接表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邻接表：顶点表加边表，只存真实存在的边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27101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ArcNode{ int adjvex; int weight; struct ArcNode *nextarc; }ArcNode;  // 边表结点
typedef struct VNode{ VertexType data; ArcNode *firstarc; }VNode, AdjList[MaxVertexNum];  // 顶点表
typedef struct{ AdjList vertices; int vexnum, arcnum; int kind; }ALGraph;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67912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每个顶点一个表头 VNode，firstarc 指向它的边表；边表结点 ArcNode 记 adjvex（连到哪个顶点）、nextarc 串起下一条边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81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只存实际存在的边，空间 O(n+e)，稀疏图比邻接矩阵省得多；weight 是带权时用的，强化阶段讲 Prim 会用到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495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有向图的邻接表，一个顶点的边表是它的出边；要查入度得遍历所有顶点的边表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字段名统一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字段名统一：以题目给的为准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边表结点的下一指针，本课程统一叫 nextarc；但有的真题（如 2024、2025）题面自己给的字段叫 next，那就以题目为准、抄题目的字段名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邻接矩阵本课程统一用 vex、edge、vexnum、arcnum；个别真题会给另一套字段名，答题时跟着题目给的走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顶点数上限本课程统一叫 MaxVertexNum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一句话规则：字段名以题目给出的定义为准，答题时抄题目的；本课程正文用统一的这一套，方便你记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存储的应用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求所有顶点的入度（2026真题第一步）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Indegree(ALGraph G, int indeg[]){
    for(int i = 0; i &lt; G.vexnum; i++) indeg[i] = 0;          // 先清零
    for(int i = 0; i &lt; G.vexnum; i++)                        // 遍历每个顶点
        for(ArcNode *p = G.vertices[i].firstarc; p != NULL; p = p-&gt;nextarc)
            indeg[p-&gt;adjvex]++;                              // 它指向谁，谁的入度加一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为什么必须遍历所有顶点的边表？入度是'指向它的弧有多少条'，这些弧分散在各个顶点的边表里，只看一个顶点的边表只能得到它的出度。这是拓扑排序的第一步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 · 为什么要 visited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图的遍历为什么必须用 visited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树没有环，从上往下走不会重复；图有环，还可能多对多，不标记就会绕圈、重复访问甚至死循环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所以用一个 visited 数组记'这个顶点访问过没有'，访问过就不再进去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visited 通常是全局数组，这带来一个坑：下次遍历前必须把它全部复位，否则上次的标记会残留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图的遍历有两种：DFS 深度优先（一条路走到黑再回头）和 BFS 广度优先（一层一层扩），和树的遍历思路相通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 · DFS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DFS 深度优先：递归版逐行看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visited[MaxVertexNum];
void DFS(ALGraph G, int v){
    visit(v); visited[v] = true;                    // 先访问、再标记
    for(ArcNode *p = G.vertices[v].firstarc; p != NULL; p = p-&gt;nextarc)
        if(!visited[p-&gt;adjvex]) DFS(G, p-&gt;adjvex);  // 没访问过的邻居，递归进去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两个要点：先 visit 再标记，次序别反；递归前必须判 !visited，否则有环的图会无限递归下去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 · BFS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BFS 广度优先：为什么入队时就标记（先自己想）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BFS(ALGraph G, int v){
    visit(v); visited[v] = true; EnQueue(Q, v);      // 入队时就标记
    while(!IsEmpty(Q)){
        DeQueue(Q, v);
        for(ArcNode *p = G.vertices[v].firstarc; p != NULL; p = p-&gt;nextarc)
            if(!visited[p-&gt;adjvex]){ visit(p-&gt;adjvex); visited[p-&gt;adjvex]=true; EnQueue(Q, p-&gt;adjvex); }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先想：如果把标记挪到出队时才做，会怎样？——同一个顶点会被多个邻居重复入队，visit 输出好几遍、队列也变长。入队时就标记，保证每个顶点最多入队一次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同一张图，DFS 与 BFS 走一遍对比（拿纸跟画）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a9-graph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38248" y="2395728"/>
            <a:ext cx="7315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5120" y="5321935"/>
            <a:ext cx="6536055" cy="3213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图有5个顶点0到4，边是 0-1、0-2、1-3、2-4、3-4；邻接表按顶点号从小到大排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5120" y="5716270"/>
            <a:ext cx="11228705" cy="3651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DFS 从0：访问0→邻居1没访问，进1→1的邻居3没访问，进3→3的邻居4，进4→4的邻居2，进2→2的邻居都访问过，层层回退。序列 0 1 3 4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58140" y="6057265"/>
            <a:ext cx="10760075" cy="58801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BFS 从0：访问0入队；出0，把邻居1、2访问并入队；出1，邻居3访问入队；出2，邻居4访问入队；出3、出4无新顶点。序列 0 1 2 3 4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 · 非连通图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非连通图：外套一层 Traverse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746504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DFS_Traverse(ALGraph G){
    for(int i = 0; i &lt; G.vexnum; i++) visited[i] = false;   // 先全部复位
    for(int i = 0; i &lt; G.vexnum; i++)
        if(!visited[i]) DFS(G, i);                          // 每个没访问的顶点各走一次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两层要点：进 Traverse 先把 visited 复位（全局数组会残留上次标记）；外套一层 for，是因为非连通图有多个连通分量，要从每个还没访问的顶点各启动一次 DFS，才能走遍全图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复杂度对比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两种存储下遍历的复杂度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1261872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  <a:gridCol w="1828800"/>
                <a:gridCol w="27432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存储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DFS/BFS 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空间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存储开销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邻接矩阵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O(n²)：每个顶点扫一整行 n 个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O(n²)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邻接表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O(n+e)：n 个顶点加 e 条边各一次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O(n+e)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为什么矩阵是 O(n²)？找某顶点的邻居要扫它那一整行 n 个格子，n 个顶点就是 n²。邻接表只走真实存在的边，是 O(n+e)。所以稀疏图用邻接表、稠密图用矩阵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生成树与森林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DFS 生成树、BFS 生成树与生成森林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遍历一个连通图时，走过的边会构成一棵树：DFS 走过的边叫 DFS 生成树，BFS 走过的边叫 BFS 生成树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非连通图遍历完，每个连通分量各得一棵生成树，合起来是生成森林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生成树的边数一定是顶点数减一；同一张图，DFS 和 BFS 生成的树通常不一样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求生成树是画图题的常考点（题集勾画 7答5）；你按遍历的走法把经过的边画出来就是生成树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拓展 · 并查集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并查集：先认个脸，强化阶段要用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并查集用一个数组 parent，parent[i] 记 i 的父结点，根结点的 parent 指向自己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两个操作：Find 沿父结点一路往上找到根；Union 把一棵树的根接到另一棵树的根下，合并两个集合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用途：判断两个顶点是不是已经在同一个集合里，强化阶段讲 Kruskal 最小生成树时靠它判环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这一页先理这些概念，不展开代码；等强化阶段讲 Kruskal 时兑现，到时候你会看到并查集怎么用来判断加一条边会不会成环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02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存储：邻接矩阵 O(n²) 适合稠密图，邻接表 O(n+e) 适合稀疏图；求入度要遍历所有顶点的边表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3171444"/>
            <a:ext cx="10454335" cy="702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遍历：DFS 递归、一路往深走到底再回退；BFS 用队列、一层层扩，入队时就标记 visited；非连通图外套 Traverse、先复位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96112" y="3947160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复杂度：矩阵 O(n²)、邻接表 O(n+e)；遍历走过的边构成生成树或生成森林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4399026"/>
            <a:ext cx="10454335" cy="10264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b="1" dirty="0">
                <a:solidFill>
                  <a:srgbClr val="000000"/>
                </a:solidFill>
              </a:rPr>
              <a:t>跟练</a:t>
            </a:r>
            <a:r>
              <a:rPr lang="en-US" sz="1700" dirty="0">
                <a:solidFill>
                  <a:srgbClr val="000000"/>
                </a:solidFill>
              </a:rPr>
              <a:t>：默写邻接表定义、DFS、BFS、Indegree；给一张5顶点的图写出邻接矩阵与邻接表、从0出发的 DFS 与 BFS 序列。</a:t>
            </a:r>
            <a:r>
              <a:rPr lang="en-US" sz="1700" b="1" dirty="0">
                <a:solidFill>
                  <a:srgbClr val="000000"/>
                </a:solidFill>
              </a:rPr>
              <a:t>模仿</a:t>
            </a:r>
            <a:r>
              <a:rPr lang="en-US" sz="1700" dirty="0">
                <a:solidFill>
                  <a:srgbClr val="000000"/>
                </a:solidFill>
              </a:rPr>
              <a:t>：题集勾画 7选21、7选22 同类，判断哪个序列是合法的 DFS/BFS 序列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90032"/>
            <a:ext cx="10545775" cy="3398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参考答案在本PPT最后两页，课后自行对照。下一节进入强化阶段，从链表算法开始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DFS(ALGraph G, int v){ visit(v); visited[v]=true;
    for(ArcNode *p=G.vertices[v].firstarc; p; p=p-&gt;nextarc)
        if(!visited[p-&gt;adjvex]) DFS(G, p-&gt;adjvex); }
void BFS(ALGraph G, int v){ visit(v); visited[v]=true; EnQueue(Q,v);
    while(!IsEmpty(Q)){ DeQueue(Q,v);
        for(ArcNode *p=G.vertices[v].firstarc; p; p=p-&gt;nextarc)
            if(!visited[p-&gt;adjvex]){ visit(p-&gt;adjvex); visited[p-&gt;adjvex]=true; EnQueue(Q,p-&gt;adjvex); } }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5顶点图（边0-1、0-2、1-3、2-4、3-4）从0出发：DFS 得 0 1 3 4 2，BFS 得 0 1 2 3 4；邻接表定义与 Indegree 见本节代码合集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判断一个序列是不是合法的 DFS/BFS：照着遍历规则模拟一遍，看能不能走出这个序列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DFS 合法的关键：每一步要么走到未访问的邻居、要么回退，不能凭空跳到不相邻的未访问顶点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BFS 合法的关键：必须按层扩，先访问的顶点的邻居要先于后访问顶点的邻居出队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邻接表里邻居的排列顺序会影响 DFS/BFS 的具体序列，所以合法序列可能不止一个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题集勾画 7选21、7选22 就是这个考法；你拿遍历规则去卡每个选项，模拟一遍就能判断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5295</Words>
  <Application>WPS 演示</Application>
  <PresentationFormat>On-screen Show (16:9)</PresentationFormat>
  <Paragraphs>234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图：存储与遍历</dc:title>
  <dc:creator>牙膏学长</dc:creator>
  <dc:subject>PptxGenJS Presentation</dc:subject>
  <cp:lastModifiedBy>倾殇醉</cp:lastModifiedBy>
  <cp:revision>3</cp:revision>
  <dcterms:created xsi:type="dcterms:W3CDTF">2026-09-26T06:06:00Z</dcterms:created>
  <dcterms:modified xsi:type="dcterms:W3CDTF">2026-10-03T07:33:23Z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D273CE7AB2264E17A614B3A0379705E6_12</vt:lpwstr>
  </property>
</Properties>
</file>
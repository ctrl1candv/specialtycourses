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第6节 串、数组与广义表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这一节考什么、不考什么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串就是字符数组加一个结束标记 '\0'，这个在C语言强化阶段讲字符串时埋过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802 里串几乎不要求写代码，考的是 KMP 的 next、nextval 手算，和 BF 匹配返回什么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数组考地址计算和特殊矩阵压缩存储的下标公式，广义表考 head、tail 求值，都是填空、选择的送分点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所以这一节串重点讲 next 手算和 BF 思想，堆分配的几个操作只讲易错点；数组和广义表讲清下标换算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 · 存储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串的三种存储，一个必须记住的易错点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03327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struct{ char ch[MaxSize]; int length; }SString;  // 定长顺序存储
typedef struct{ char *ch; int length; }String;           // 堆分配存储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63016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定长存储 ch 是数组，堆分配 ch 是指针、要 malloc；本节四个操作都基于堆分配这种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44398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易错点：两种定义不能混用。定长的 ch 是数组，不能 free、也不能赋 NULL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91490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凡是出现 ch = (char*)malloc(...) 的，它的 ch 必须是指针那种定义；块链存储了解即可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 · 堆分配操作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strassign：两个数字 len+1 和 i&lt;=len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strassign(String &amp;str, char *ch){
    if(str.ch){ free(str.ch); str.ch = NULL; }     // free 后置 NULL
    int len = 0;  char *c = ch;
    while(*c){ len++; c++; }                        // 先数原串长度
    str.ch = (char*)malloc(sizeof(char)*(len+1));   // +1 给 '\0' 留位
    if(str.ch == NULL) return 0;
    c = ch;
    for(int i = 0; i &lt;= len; i++) str.ch[i] = *c++; // &lt;= 才把 '\0' 拷进去
    str.length = len;  return 1;                    // 成功返回 1、失败 0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3398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两个数字要记牢：申请 len+1 是留给结束符 '\0'；循环写到 i&lt;=len 是为了把 '\0' 也拷过去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 · 其余操作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strcompare、concat、substring 的易错点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11373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11373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91917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 strcompare(String s1, String s2){
    for(int i = 0; i &lt; s1.length &amp;&amp; i &lt; s2.length; i++)
        if(s1.ch[i] != s2.ch[i]) return false;
    return (s1.length - s2.length) == 0;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108269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strcompare 名字叫比较，其实是判等：遇第一个不同字符就 false，最后比长度；它不返回大小关系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807785"/>
            <a:ext cx="10454335" cy="6263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concat 拼接申请 len1+len2+1，第一个循环拷 str1 有效字符（不拷它的 '\0'），第二个循环多拷一个把 str2 的 '\0' 当结果结束符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507301"/>
            <a:ext cx="10454335" cy="3406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500" dirty="0">
                <a:solidFill>
                  <a:srgbClr val="000000"/>
                </a:solidFill>
              </a:rPr>
              <a:t>substring 取子串先判合法性：pos、len 不能越界，pos+len 不能超过串长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 · BF 匹配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BF 匹配：i、j、k 三个指针各干什么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782915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782915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56345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index(String str, String substr){
    if(str.length == 0 || substr.length == 0) return 0;
    int i = 0, j = 0, k = i;
    while(i &lt; str.length &amp;&amp; j &lt; substr.length){
        if(str.ch[i] == substr.ch[j]) { i++; j++; }
        else { j = 0; i = ++k; }        // 失配：模式串回开头，主串从下一位重来
    }
    if(j == substr.length) return k + 1; // 返回位序
    return 0;
}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379811"/>
            <a:ext cx="10545775" cy="3398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 扫主串、j 扫模式串、k 记本轮起点；失配时 j 归零、i 回到 k+1，这就是回溯；最坏 O(nm)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BF 匹配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BF 匹配走一趟：主串 ababcab、模式串 abc（拿纸跟画）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a6-bf-match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81048" y="2395728"/>
            <a:ext cx="8229600" cy="1828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407408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① k=0，i=j=0：a=a、b=b 匹配，到第3个主串是 a、模式串是 c，失配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4802124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② 失配：j 归 0，k 变 1，i 回到 k=1；从主串第2个字符 b 重新和模式串开头 a 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196840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③ b≠a 失配，k 变 2、i 回到 2；主串第3个 a 和模式 a 比，a=a、b=b、c=c 全中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5591556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④ j 到了模式串长度，匹配成功，返回 k+1=3，也就是模式串从主串第3个位置开始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077712"/>
            <a:ext cx="10545775" cy="301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你看到 BF 的毛病了：失配后主串指针 i 要退回去重比，已经比过的字符又比一遍，这就是它慢的原因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KMP 思想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KMP：让主串指针永不回溯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BF 慢在主串指针 i 要回溯；KMP 的核心就是让 i 永不回溯，失配时只把模式串的 j 退到 next[j]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next[j] 的含义：模式串前 j-1 个字符里，最长的那段'相等前后缀'的长度加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nextval 是 next 的优化：若模式串第 j 个字符等于第 next[j] 个，退过去还会失配，就直接取 nextval[next[j]]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802 只考 next 和 nextval 的手算，不要求写 KMP 匹配代码，所以这一节把思想讲透、把手算练熟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 手算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模式串 abaabc 手算 next 与 nextval（先自己算）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nextval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9304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先盖住后两行自己算：next[1]=0、next[2]=1 是规定；其余看前 j-1 个字符的最长相等前后缀长度+1。nextval：字符等于 next 指向的字符就取 nextval[next[j]]，如 j=3 的 a 等于 next[3]=1 位的 a，故 nextval[3]=nextval[1]=0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数组 · 地址计算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二维数组的地址：行优先与列优先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行优先（C 语言用这个）：一行一行存。a[i][j] 地址 = 基址 + (i×列数n + j) × 每元素字节数（下标从0起）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列优先：一列一列存，把 i、j 的角色换过来，a[i][j] 地址 = 基址 + (j×行数m + i) × 字节数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下标若从1起，公式里的 i、j 各减1；三维同理，多乘一层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这是填空题常考点；在代码里它就是多维数组的存储次序，你记住'行优先=先行后列'就不会代错公式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特殊矩阵 · 三对角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三对角矩阵压缩：下标公式怎么推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n 阶三对角矩阵，非零元素集中在 |i-j|&lt;=1 的三条对角线上，一共 3n-2 个，压缩存进一维数组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推 a[i][j]（下标从1）的下标 k：数它前面有几个非零元素。第1行2个，第2到 i-1 行每行3个共 3(i-2)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1083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本行第 i 行从 a[i][i-1] 起，a[i][j] 是本行第 j-i+2 个；加起来 k = 2 + 3(i-2) + (j-i+2) = 2i + j - 2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对称矩阵、三角矩阵同理，都是'数前面有几个非零元素'；考的是这个推导，不是背公式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广义表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广义表：head 与 tail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广义表是 n 个元素的有限序列，元素可以是原子，也可以是一个子表，所以它是递归定义的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head 取第一个元素，可以是原子也可以是子表；tail 取除第一个之外剩下的，一定是一个表（带括号）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例：head((a,(b,c))) = a；tail((a,(b,c))) = ((b,c))，注意 tail 结果外面还有括号，不是 (b,c)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head、tail 是填空固定考点，最容易错的就是 tail 忘了加括号；在代码里广义表就是递归定义的结点结构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串：堆分配 ch 是指针要 malloc、定长是数组不能 free；strassign 记 len+1 与 i&lt;=len；strcompare 是判等不是比大小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串匹配：BF 三指针 i、j、k，失配 i 回溯、返回位序 k+1；KMP 让 i 不回溯，考 next、nextval 手算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数组：行优先地址 = 基址+(i×列数+j)×字节；三对角矩阵压缩下标 k=2i+j-2（数前面几个非零元素推出来）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广义表：head 取第一个元素，tail 取剩下的表、一定带括号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串和数组、广义表在 802 里都以填空、选择为主，考手算和概念，不考写大段代码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：给模式串 ababaa</a:t>
            </a:r>
            <a:r>
              <a:rPr lang="zh-CN" altLang="en-US" sz="1800" dirty="0">
                <a:solidFill>
                  <a:srgbClr val="000000"/>
                </a:solidFill>
              </a:rPr>
              <a:t>（或者让</a:t>
            </a:r>
            <a:r>
              <a:rPr lang="en-US" altLang="zh-CN" sz="1800" dirty="0">
                <a:solidFill>
                  <a:srgbClr val="000000"/>
                </a:solidFill>
              </a:rPr>
              <a:t>AI</a:t>
            </a:r>
            <a:r>
              <a:rPr lang="zh-CN" altLang="en-US" sz="1800" dirty="0">
                <a:solidFill>
                  <a:srgbClr val="000000"/>
                </a:solidFill>
              </a:rPr>
              <a:t>给你出个题）</a:t>
            </a:r>
            <a:r>
              <a:rPr lang="en-US" sz="1800" dirty="0">
                <a:solidFill>
                  <a:srgbClr val="000000"/>
                </a:solidFill>
              </a:rPr>
              <a:t> 手算 next 与 nextval 数组，写出每一位的推导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模仿题</a:t>
            </a:r>
            <a:r>
              <a:rPr lang="en-US" sz="1800" dirty="0">
                <a:solidFill>
                  <a:srgbClr val="000000"/>
                </a:solidFill>
              </a:rPr>
              <a:t>：题集勾画 5答13 同类——求广义表 ((a,b),(c,(d,e))) 的 head 与 tail，以及 tail 之后再取 head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要求：next/nextval 能逐位说清怎么来的；head/tail 不忘括号。参考答案在本PPT最后两页，课后自行对照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22960" y="2395728"/>
          <a:ext cx="10545775" cy="1682496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5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字符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nextval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9304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next[1]=0、next[2]=1 规定；next[j]=前 j-1 个字符最长相等前后缀长度+1。nextval[j]：若第 j 字符等于第 next[j] 字符则取 nextval[next[j]]，否则等于 next[j]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广义表 A = ((a,b),(c,(d,e)))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head(A) = (a,b)，取第一个元素，它本身是个子表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tail(A) = ((c,(d,e)))，取剩下的，外面要加括号，只剩一个元素也是表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head(tail(A)) = (c,(d,e))，先取 tail 得到 ((c,(d,e)))，再取它的 head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关键：tail 的结果一定是表、带括号；head 的结果可能是原子也可能是子表，看第一个元素是什么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4546</Words>
  <Application>WPS 演示</Application>
  <PresentationFormat>On-screen Show (16:9)</PresentationFormat>
  <Paragraphs>316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串、数组与广义表</dc:title>
  <dc:creator>牙膏学长</dc:creator>
  <dc:subject>PptxGenJS Presentation</dc:subject>
  <cp:lastModifiedBy>倾殇醉</cp:lastModifiedBy>
  <cp:revision>2</cp:revision>
  <dcterms:created xsi:type="dcterms:W3CDTF">2026-09-26T06:06:00Z</dcterms:created>
  <dcterms:modified xsi:type="dcterms:W3CDTF">2026-09-28T06:26:33Z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096CCAEDB8A2453C8AD780BB8F89EC0F_12</vt:lpwstr>
  </property>
  <property fmtid="{D5CDD505-2E9C-101B-9397-08002B2CF9AE}" pid="3" name="KSOProductBuildVer">
    <vt:lpwstr>2052-12.1.0.28505</vt:lpwstr>
  </property>
</Properties>
</file>
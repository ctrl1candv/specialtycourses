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第7节 图算法二：生成树与最短路径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本节四个主题在 802 里的地位不一样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在802里的考法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本节怎么对待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Prim 与 Kruskal 最小生成树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中频，选择题考权值计算（题集 7选25）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逐行走主循环，骨架背默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Dijkstra 与 Floyd 最短路径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综合应用题以手算为主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只给骨架，讲清三重循环的含义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多源 BFS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2023 年第 2 题的解法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完整讲：思想、骨架、逐层扩散动画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关键路径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考手算 AOE 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一页认识四个量，不写代码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地位不同，课时分配就不同：Prim 八分钟、Kruskal 七分钟、Dijkstra 与 Floyd 七分钟、多源 BFS 八分钟、关键路径两分钟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6112" y="5465064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一张 5 顶点带权图从头用到尾：Prim、Kruskal、Dijkstra 都在它上面跑，结果互相核对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最小生成树 · Prim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最小生成树是权值和最小的生成树，Prim 从一个顶点往外长</a:t>
            </a:r>
            <a:endParaRPr lang="en-US" sz="2800" dirty="0"/>
          </a:p>
        </p:txBody>
      </p:sp>
      <p:pic>
        <p:nvPicPr>
          <p:cNvPr id="5" name="Image 0" descr="D:\Program Project\SpecialtyCourses\assets\diagrams\b7-grap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09648" y="2395728"/>
            <a:ext cx="77724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60533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生成树：从连通图里选出 n-1 条边，把所有顶点连起来且不成环；同一幅图的生成树不唯一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64480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最小生成树：所有生成树里权值和最小的那一棵，Prim 与 Kruskal 都是来找它的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68427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Prim 的思想：从一个顶点开始把它当种子树，每轮选一条树到树外顶点的最小权边，把新顶点并进来，树往外长一圈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75041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直到全部顶点并入，选中的 n-1 条边就是最小生成树；从顶点 0 开始，选边依次是 0-1、1-2、1-4、0-3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81655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盯住这条规则：Prim 每轮选的是到树的最短边，不是到起点的最短路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Prim · 三个数组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先查 weight 字段，再分清 include、dist、parent 三个数组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43268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43268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13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ArcNode{
    int adjvex;                     // 该弧指向的顶点下标
    int weight;                     // 边权：带权图必带，数据结构基础阶段第9节已放出
    struct ArcNode *nextarc;
}ArcNode;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02957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拿到任何一段图算法代码，先检查它用的字段在邻接表定义里有没有：Prim 用 p-&gt;weight，ArcNode 就必须带 weight 字段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69099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include[i]：顶点 i 是否已在生成树里，是就不再碰它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08571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dist[i]：顶点 i 到生成树的最小边权——是到树，不是到起点 0，这是与 Dijkstra 最要紧的区别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574712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parent[i]：选中 i 时走的那条边从哪个顶点来；生成树建好后沿 parent 回溯可还原全部树边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614184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三个数组初始化各一个循环：全 false、全 INF、全 -1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653655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先自己说一遍：dist[i] 是 i 到起点的距离吗？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Prim · 主循环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主循环两拍：选最小的 u 并入树，再用 u 的边刷新邻居的 dist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 G.vexnum; i++){ include[i] = false; dist[i] = INF; parent[i] = -1; }   // 不能写 dist[] = {INF}
dist[0] = 0;                                                    // 从顶点 0 开始长
for(int k = 0; k &lt; G.vexnum; k++){
    int u = -1, minDist = INF;
    for(int i = 0; i &lt; G.vexnum; i++)                       // ①选出树外 dist 最小的 u
        if(!include[i] &amp;&amp; dist[i] &lt; minDist){ minDist = dist[i]; u = i; }
    if(u == -1) break;                                      // 图不连通，停
    include[u] = true;                                      // ②u 并入树
    for(ArcNode *p = G.vertices[u].firstarc; p != NULL; p = p-&gt;nextarc)
        if(!include[p-&gt;adjvex] &amp;&amp; p-&gt;weight &lt; dist[p-&gt;adjvex]){ dist[p-&gt;adjvex] = p-&gt;weight; parent[p-&gt;adjvex] = u;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初始化必须写循环：int dist[] = {INF} 只把第一个元素置成 INF，其余全是 0——数据结构基础阶段第1节约定5说的就是这个坑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80363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主循环每轮两拍：先在树外选 dist 最小的 u 并入；再沿 u 的边表扫一遍，边权更小就刷新 dist 和 parent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46505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对照图走一遍：并入 0 后 dist[1]=2、dist[3]=6；并入 1 后 dist[2]=3、dist[4]=5；最小生成树权值和 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71264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O(n²)：每轮选最小要扫全部顶点，邻接表也一样；图不连通时 u 等于 -1 直接停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752118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最容易错：把 dist 当到起点的距离——它是到树的最小边权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最小生成树 · Kruskal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Kruskal：边按权从小到大扫，不成环就加，并查集管判环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8248" y="23957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38248" y="28986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901288" y="239572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1288" y="23957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01288" y="28986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64328" y="239572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4328" y="23957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4328" y="28986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27368" y="239572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7368" y="23957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27368" y="28986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90408" y="239572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408" y="23957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0408" y="28986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349300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并查集初始化：parent[i] = i，每个顶点自成一棵树，Find(i) 返回 i 自己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390448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思想：把每条边按权从小到大排队，依次看每条边；两端点还不在同一棵树里就加入，加够 n-1 条边收工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29920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与 Prim 的差别：Prim 盯着顶点往外长，Kruskal 盯着边往里收；那张图按 Kruskal 扫边序 2、3、5、6，加完四条权值和也是 16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49606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判环靠并查集：Find 沿 parent 一路往上找到根；一条边两端的根相同，说明已经连通，再加就成环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53553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数据结构基础阶段第9节讲并查集时留的问题在这里兑现：它就是 Kruskal 的判环工具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57500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O(e log e)：排序最贵；边少的稀疏图用 Kruskal，顶点稠密的图用 Prim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Kruskal · 骨架填空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骨架三行：Find 找根、根不同就合并、加够 n-1 条边停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Find(int parent[], int x){                  // 沿父结点往上找到根
    while(parent[x] != x) x = parent[x];
    return x;
}
void Kruskal(ALGraph G, Edge E[], int m, int vexnum){   // E 已按 w 升序
    int parent[MaxVertexNum];
    for(int i = 0; i &lt; vexnum; i++) parent[i] = i;      // ①初始化并查集
    int cnt = 0;
    for(int i = 0; i &lt; m &amp;&amp; cnt &lt; vexnum - 1; i++){     // ②双条件循环
        int a = Find(parent, E[i].u), b = Find(parent, E[i].v);
        if(a != b){ parent[a] = b; cnt++; }             // ③不成环，加入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三处填空：每个顶点自成一棵树；扫边循环用 m 与 n-1 双条件；根不同才合并并计数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078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Edge 结构一行：u、v 两端点加 w 权值，排序按它排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30253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考场完整写法：先遍历邻接表把每条边收进 E，再按 w 升序排，之后才进这段骨架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69724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判环一句话：Find 两个端点，根相同跳过，根不同加边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709196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O(e log e)：排序主导；并查集部分接近 O(e)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最短路径 · Dijkstra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Dijkstra：dist、path、S 三个数组，每轮选最小的并入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Dijkstra(MGraph G, int v0, int dist[], int path[], bool S[]){
    for(int i = 0; i &lt; G.vexnum; i++){
        dist[i] = G.edge[v0][i]; S[i] = false;      // 初始：直接连通的距离
        path[i] = (dist[i] &lt; INF) ? v0 : -1;        // 初始前驱
    }
    dist[v0] = 0; S[v0] = true;
    for(int k = 1; k &lt; G.vexnum; k++){
        int u = 选 dist 最小且 S[u] 为 false 的顶点;
        S[u] = true;                                // u 的最短路已确定
        for(int i = 0; i &lt; G.vexnum; i++)
            if(!S[i] &amp;&amp; dist[u] + G.edge[u][i] &lt; dist[i]){ dist[i] = dist[u] + G.edge[u][i]; path[i] = u; }
    }
}
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513100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对照点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Dijkstra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dist 的含义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到生成树的最小边权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到起点 v0 的当前最短距离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更新式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边权 w 小于 dist[v] 就刷新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dist[u] 加 w 小于 dist[i] 才刷新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每轮动作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选最小 u 并入树，刷新邻居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选最小 u 并入 S，松弛其余顶点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最小生成树，沿 parent 还原树边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单源最短路，沿 path 还原路径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7844820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两个算法骨架几乎一样，差别全在更新式那一行：记住一个，另一个就带出来了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最短路径 · Floyd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Floyd 三重循环：k 是中转点，必须放在最外层</a:t>
            </a:r>
            <a:endParaRPr lang="en-US" sz="2800" dirty="0"/>
          </a:p>
        </p:txBody>
      </p:sp>
      <p:pic>
        <p:nvPicPr>
          <p:cNvPr id="5" name="Image 0" descr="D:\Program Project\SpecialtyCourses\assets\diagrams\b7-floy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248" y="2395728"/>
            <a:ext cx="96012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5870448"/>
            <a:ext cx="10545775" cy="124724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5870448"/>
            <a:ext cx="50292" cy="124724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5980176"/>
            <a:ext cx="10033711" cy="1027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k = 0; k &lt; G.vexnum; k++)           // ①中转点：必须最外层
    for(int i = 0; i &lt; G.vexnum; i++)
        for(int j = 0; j &lt; G.vexnum; j++)
            if(A[i][k] + A[k][j] &lt; A[i][j]) A[i][j] = A[i][k] + A[k][j];   // 松弛
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6112" y="731885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一句话含义：依次把每个顶点 vk 当可能的中转点，对所有 i、j 试一次经过 vk 会不会更近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771357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k 必须在最外层：A[i][k] 与 A[k][j] 必须是只允许前 k-1 个顶点中转算完的结果；k 放内层会读到本轮没算完的值，结果直接错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837499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O(n³)；实际写要判 A[i][k] 与 A[k][j] 都小于 INF，0x3f3f3f3f 的设计就是让 INF 相加不溢出成负数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 BFS · 像素距离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 BFS：与普通 BFS 只差一处——所有源点先全部入队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PixelDist(int g[][MaxM], int dist[][MaxM], int n, int m){
    SqQueue Q; InitQueue(Q);
    for(int i = 0; i &lt; n; i++)
        for(int j = 0; j &lt; m; j++){                     // ①与普通 BFS 唯一的差别
            if(g[i][j] == 1){ dist[i][j] = 0; EnQueue(Q, i * m + j); }
            else dist[i][j] = -1;                       // -1 兼作 visited
        }
    while(!IsEmpty(Q)){
        int cur; DeQueue(Q, cur);
        int x = cur / m, y = cur % m;                   // 一维编号还原成坐标
        for(int d = 0; d &lt; 4; d++){ /* 越界跳过；dist 为 -1 才置值入队 */ }
    }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551310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题目形态：n×m 的 01 位图，1 是白像素，求每个像素到最近白像素的曼哈顿距离；2023 年第 2 题的解法就是它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1745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朴素做法是对每个黑像素各做一次 BFS，n²m² 必然超时；反过来让所有白像素同时往外扩散，只扫一遍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656923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三个细节：队列存一维编号 i×m+j，取出用除与模还原坐标；dist 等于 -1 兼作 visited，省一个数组；方向数组写四个方向，不写四段重复代码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723064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为什么第一次访问就是答案：BFS 逐层扩散，每扩一层距离加 1，第一次碰到的就是最近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762536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O(nm)：每个像素入队出队各一次，这就是题目要的复杂度尽可能低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 BFS · 逐层扩散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3×4 位图逐层扩散：两个源点同时长，每扩一层距离加 1（拿纸跟着画）</a:t>
            </a:r>
            <a:endParaRPr lang="en-US" sz="2800" dirty="0"/>
          </a:p>
        </p:txBody>
      </p:sp>
      <p:pic>
        <p:nvPicPr>
          <p:cNvPr id="5" name="Image 0" descr="D:\Program Project\SpecialtyCourses\assets\diagrams\b7-bf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048" y="2395728"/>
            <a:ext cx="105156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550468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位图：白像素在 (0,1) 和 (2,2)；先在纸上把每个像素到最近白像素的距离手算一遍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89940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 0 层：两个源点 dist 置 0 同时入队，队列先装两个坐标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62941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 1 层：源点的上下左右共 6 个新像素 dist 置 1 入队，注意 (1,2) 只被记一次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66888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 2 层：剩下 3 个像素 dist 置 2，队列出空，扩散停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70835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对照手算：动画得到的距离矩阵与曼哈顿距离逐个一致，第一次被访问的层号就是答案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关键路径 · 认识四个量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关键路径：ve、vl、e、l 四个量，802 考手算不写代码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怎么推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ve(j)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事件 j 的最早发生时间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从源点沿拓扑序正向推，取各前驱的最大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vl(j)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事件 j 的最迟发生时间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从汇点逆拓扑序反向推，取各后继的最小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e(i)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活动 i 的最早开始时间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等于活动起点的 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l(i)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活动 i 的最迟开始时间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等于活动终点的 vl 减活动时长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e 等于 l 的活动叫关键活动，全部由关键活动组成的路径就是关键路径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12216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它在代码里是什么：两遍拓扑序递推，先正推 ve 再反推 vl，本课不写代码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5168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802 考的是 AOE 网手算（题集 7答10）：会填表、会找关键活动即可，代码没有考试收益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59115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手算训练在专业课里完成，这里只要求看到四个量不陌生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 8：BFS 分层与多源 BFS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模板8 BFS 分层与多源 BFS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单源分层统计、多源最近距离、01 位图扩散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源点入队 dist 置 0；出队一层，邻居 dist 加 1 再入队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O(nm) 或 O(n+e)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4655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多源写法只改第一步：所有源点 dist 置 0 全部入队，之后与普通 BFS 完全一样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用法：看到求到最近源点的距离，立刻想这张卡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84174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考过哪里：多源 BFS 是 2023 年第 2 题的解法；最小生成树权值计算是选择题考点（题集 7选25）；Dijkstra 与 Floyd 手算在综合应用题占分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四个主题一张表，两道课后题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关键动作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最容易错的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选最小 u 并入树，边权刷新 dist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 dist 当到起点的距离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Kruskal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边按权排序后扫，并查集判环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不排序直接扫，得到的不是最小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Dijkstra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选最小 u 并入 S，累加松弛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更新式写成只看边权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Floyd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三重循环按中转点松弛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 写在内层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多源 BFS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所有源点先入队，逐层扩散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忘记用 dist 为 -1 判重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514807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：默写 Prim 主循环与多源 BFS 的入队初始化；拿一张 4 顶点带权图手算 Prim 与 Kruskal 并核对结果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80948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：题集勾画 7答7、7答11、7答13、7选27；自编变式：像素距离图改成八连通，代码改哪里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295644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 PPT 最后两页，课后自行对照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65796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65796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3438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Prim(ALGraph &amp;G){
    bool include[MaxVertexNum];
    int dist[MaxVertexNum], parent[MaxVertexNum];
    for(int i = 0; i &lt; G.vexnum; i++){ include[i] = false; dist[i] = INF; parent[i] = -1; }
    dist[0] = 0;
    for(int k = 0; k &lt; G.vexnum; k++){
        int u = -1, minDist = INF;
        for(int i = 0; i &lt; G.vexnum; i++)
            if(!include[i] &amp;&amp; dist[i] &lt; minDist){ minDist = dist[i]; u = i; }
        if(u == -1) break;
        include[u] = true;
        for(ArcNode *p = G.vertices[u].firstarc; p != NULL; p = p-&gt;nextarc){
            int v = p-&gt;adjvex, w = p-&gt;weight;
            if(!include[v] &amp;&amp; w &lt; dist[v]){ dist[v] = w; parent[v] = u; }
        }
    }
}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6254862"/>
            <a:ext cx="10545775" cy="161812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6254862"/>
            <a:ext cx="50292" cy="161812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6364590"/>
            <a:ext cx="10033711" cy="1398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多源 BFS 的入队初始化（完整代码见附录二）
for(int i = 0; i &lt; n; i++)
    for(int j = 0; j &lt; m; j++){
        if(g[i][j] == 1){ dist[i][j] = 0; EnQueue(Q, i * m + j); }
        else dist[i][j] = -1;
    }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80741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Prim 关键：初始化写循环，不能写 dist[] = {INF}；每轮选最小、并入、刷新三拍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84688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多源 BFS 关键：所有白像素先全部入队，dist 置 0，其余置 -1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886358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手算核对：课上那张 5 顶点图，Prim 与 Kruskal 得到的权值和都是 16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7答7 最小生成树手算：Prim 逐轮选最小边并入，Kruskal 按序扫边用并查集判环，两种方法权值和一定相同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305714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7答11 Dijkstra 过程：每轮确定一个顶点的 dist，再用 dist[u] 加边权松弛其余顶点，手算表逐行填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7185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7答13 Floyd 过程：按 k 递增画矩阵序列，每轮固定中转点 k，试全部 i、j 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132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7选27 最短路径手算：先跑 Dijkstra 求单源，看清题目问的是路径长还是路径本身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079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八连通变式：方向数组从 4 个扩成 8 个，越界判断与 dist 判重都不变，复杂度仍是 O(nm)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994148"/>
            <a:ext cx="10545775" cy="690921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994148"/>
            <a:ext cx="50292" cy="690921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5103876"/>
            <a:ext cx="10033711" cy="471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dir[8][2] = {{-1,0},{1,0},{0,-1},{0,1},{-1,-1},{-1,1},{1,-1},{1,1}};
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图算法二：生成树与最短路径</dc:title>
  <dc:subject>PptxGenJS Presentation</dc:subject>
  <dc:creator>牙膏学长</dc:creator>
  <cp:lastModifiedBy>牙膏学长</cp:lastModifiedBy>
  <cp:revision>1</cp:revision>
  <dcterms:created xsi:type="dcterms:W3CDTF">2026-09-27T05:45:53Z</dcterms:created>
  <dcterms:modified xsi:type="dcterms:W3CDTF">2026-09-27T05:45:53Z</dcterms:modified>
</cp:coreProperties>
</file>
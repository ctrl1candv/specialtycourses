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第9节 排序算法一：插入与交换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 · 下标基准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两套下标基准与哨兵位的三个作用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排序章节的约定：data[0] 留作哨兵、数据存 data[1..length]——这是基础阶段第1节说的约定，本节正式落地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哨兵的三个作用：①直接插入里存待插元素，腾出一个变量位；②免掉循环的越界判断（j 减到 0 时 data[j]&gt;data[0] 必然为假）；③快排里存枢轴，避免反复读写 low 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哨兵只在需要它的算法里用；冒泡不需要哨兵，材料里它从 0 开始是另一种写法，第8页专门说明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两套下标基准：线性表与查找章节 data[0] 起存、位序 1 起；排序章节 data[0] 是哨兵、数据 1 起。做题先看清题目用哪套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直接插入：j 减到 0 为什么一定跳出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InsertSort(SqList &amp;L){                   // 数据存 L.data[1..length]
    for(int i = 2; i &lt;= L.length; i++){
        L.data[0] = L.data[i];                // 哨兵存待插入元素
        int j = i - 1;
        while(L.data[j] &gt; L.data[0]){         // j=0 时必然跳出
            L.data[j + 1] = L.data[j];  j--;
        }
        L.data[j + 1] = L.data[0];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外层 i 从 2 开始：data[1] 一个元素天然有序，从第 2 个起逐个插入前面的有序区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关键设问：j 减到 0 时循环为什么一定跳出？data[0] 存的就是待插元素自己，data[0]&gt;data[0] 为假——这就是哨兵免掉越界判断的原理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043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O(n²)，最好情况（已有序）O(n)：每趟只比较一次、不移动；稳定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直接插入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五个数的直接插入逐趟（拿纸跟画）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09648" y="2395728"/>
            <a:ext cx="129540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96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096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05048" y="2395728"/>
            <a:ext cx="12954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0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050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448" y="2395728"/>
            <a:ext cx="12954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4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4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5848" y="2395728"/>
            <a:ext cx="12954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91248" y="2395728"/>
            <a:ext cx="12954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12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912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86648" y="2395728"/>
            <a:ext cx="129540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648" y="2395728"/>
            <a:ext cx="12954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648" y="3049524"/>
            <a:ext cx="129540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" y="3767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下标 0 是哨兵位（图里高亮），数据存 1 到 5；每趟把 data[i] 存进哨兵，从 i-1 往前扫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162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第2趟插38：38&lt;49，49 后移，38 落位1 → 38 49 65 97 76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5567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第3、4趟：65、97 都比前一个大，就位不动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9514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第5趟插76：76&lt;97，97 后移；76&gt;65 停，落位4 → 38 49 65 76 97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376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每趟标出比较了几次、移动了几次：已就位时只比较 1 次，逆序时比较与移动都多——最好与最坏的差距就在这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折半插入：比较与移动要分开算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BinarySort(SqList &amp;L){
    for(int i = 2; i &lt;= L.length; i++){
        if(L.data[i] &gt;= L.data[i-1]) continue;      // 已就位，跳过
        L.data[0] = L.data[i];  int low = 1, high = i-1;
        while(low &lt;= high){ int mid = (low+high)/2;
            if(L.data[0] &lt; L.data[mid]) high = mid-1; else low = mid+1; }
        for(int j = i; j &gt; low; j--) L.data[j] = L.data[j-1];
        L.data[low] = L.data[0];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改的只是'找插入位置'这一步：前面有序区用折半定位，每趟比较次数降到 O(logn)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关键认识：比较次数降到 O(nlogn)，但移动次数仍是 O(n²)（找到位置后照样统一后移），总体时间复杂度不变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043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'比较与移动分开算'是选择题常考点：折半插入没有降低时间复杂度，只减少了比较次数；开头 continue 是已就位优化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二路插入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二路插入：循环数组的 first 与 final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用一个容量 n 的循环数组 temp，first 指当前最小值的位置、final 指最大值的位置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插入分三种情形：比最小值还小，往前（逆时针）扩展 first；比最大值还大，往后（顺时针）扩展 final；落在中间，从 final 一侧往后腾位置再插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排完从 first 开始按环序回填到 data[1..n]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目标是减少移动次数（最坏也只移 n²/8 次），代价是多一个辅助数组、空间 O(n)；802 考手算过程，代码不要求默写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希尔排序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希尔排序：增量序列与为什么不稳定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取增量 d，把下标相隔 d 的元素分成一组做直接插入；然后减小 d 重做，直到 d=1 做最后一趟普通直接插入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常用增量序列 n/2、n/4、…、1；d 越大组越少、组内元素相距越远，一趟能消除越多逆序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它不稳定：相隔元素的交换可能改变相同值的相对次序（相同值可能分在不同组里被分别移动）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只给思想与一趟手算（题集勾画 10选15、10选25 全是手算），代码不写；时间约 O(n^1.3)，依赖增量序列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冒泡排序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冒泡：提前退出优化与下标说明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BubbleSort(SqList &amp;L){              // 材料按 0 起写：数据存 data[0..length-1]
    for(int i = 0; i &lt; L.length - 1; i++){
        bool swapped = false;
        for(int j = 0; j &lt; L.length - 1 - i; j++)
            if(L.data[j] &gt; L.data[j+1]){
                int tmp = L.data[j];
                L.data[j] = L.data[j+1];  L.data[j+1] = tmp;
                swapped = true;
            }
        if(!swapped) break;              // 本趟没交换说明已有序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每趟把最大的往后冒：相邻比较、逆序就交换，一趟下来最大的沉到末尾；swapped 标志让最好情况（已有序）降到 O(n)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890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下标说明：这段材料按 0 起写、数据存 data[0..length-1]，与本章其他用哨兵的排序（1 起）起点不同，是伪代码的写法差异，不影响算法——做题看清题目给的起点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7419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时间最坏与平均 O(n²)、最好 O(n)；空间 O(1)；稳定（相等不交换，相对次序不变）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快速排序 · Partition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快排 Partition：哨兵存枢轴，挖坑填数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Partition(SqList &amp;L, int low, int high){
    L.data[0] = L.data[low];                  // 哨兵存枢轴，low 位置成坑
    while(low &lt; high){
        while(L.data[high] &gt;= L.data[0] &amp;&amp; low &lt; high) high--;
        L.data[low] = L.data[high];           // 填左坑，high 变新坑
        while(L.data[low] &lt;= L.data[0] &amp;&amp; low &lt; high) low++;
        L.data[high] = L.data[low];           // 填右坑，low 变新坑
    }
    L.data[low] = L.data[0];  return low;     // 枢轴归位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挖坑填数：枢轴挖出来存进哨兵，从右找第一个比枢轴小的填进坑，再从左找第一个比枢轴大的填过去，相遇时枢轴放进最后的坑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61819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内外两层循环条件都要带 low&lt;high，否则越界；QuickSort 递归是 (low,p-1) 与 (p+1,high)，枢轴已归位不能再包含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710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 O(nlogn)，最坏（已有序）O(n²)，空间 O(logn) 递归栈；不稳定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Partition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七元素数组的 Partition 逐步（拿纸跟画）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52448" y="2395728"/>
            <a:ext cx="108585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24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524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8298" y="2395728"/>
            <a:ext cx="108585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82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82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241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41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241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099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99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099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958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58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816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16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816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675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75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675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3533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33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33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" y="37673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枢轴取 data[1]=49 存进哨兵（高亮两格：哨兵位与第一个坑）；low=1、high=7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6112" y="41620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从右：27&lt;49 填到 data[1]，坑移到 7；从左：65&gt;49 填到 data[7]，坑移到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45567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从右：13&lt;49 填到 data[3]，坑移到 6；从左：97&gt;49 填到 data[6]，坑移到 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49514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high 从 6 左移到 4 与 low 相遇，枢轴 49 归位 data[4] → 27 38 13 49 76 97 65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7043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划分完左边 {27,38,13} 全小于 49、右边 {76,97,65} 全大于 49；你跟着把坑的位置一步步标出来就看清了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平均值划分 · 勘误A2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以平均值为界值的划分：死递归与进度保护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QuickSortAvg(int R[], int low, int high){
    if(low &gt;= high) return;
    int sum=0;  for(int i=low;i&lt;=high;i++) sum+=R[i];
    int avg=sum/(high-low+1), i=low, j=high;
    while(i &lt;= j){
        while(i&lt;=j &amp;&amp; R[i]&lt;=avg) i++;
        while(i&lt;=j &amp;&amp; R[j]&gt;avg) j--;
        if(i&lt;j){ int t=R[i]; R[i]=R[j]; R[j]=t; i++; j--; }
    }
    if(low&lt;=j &amp;&amp; j&lt;high) QuickSortAvg(R,low,j);   // 进度保护
    if(low&lt;i &amp;&amp; i&lt;=high) QuickSortAvg(R,i,high);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2021 类真题的同族变形：界值不取端点，取区间平均值 avg；划分逻辑与快排同族，i 找大于 avg 的、j 找小于等于 avg 的，交换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890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修正（勘误A2）：两个递归条件加进度保护 j&lt;high 与 i&gt;low，保证递归区间真的变小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4752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不加保护会死递归：区间内元素全部小于等于 avg 时（例如全相等），递归区间与原来完全一样，永远停不下来——下一页拿反例走一遍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死递归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 R={5,5,5} 走一遍：死递归怎么发生（先自己推）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avg=5；第一个内层 while 把 i 从 0 推到 3（high+1），因为三个元素都小于等于 avg；第二个内层 while 因 i&lt;=j 已不成立而不执行，j 停在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5524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若只写 if(low&lt;j)：low=0&lt;j=2 成立，递归 QuickSortAvg(R,0,2)——区间 [0,2] 与原来完全一样，死递归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修正后 if(low&lt;=j &amp;&amp; j&lt;high)：j=2 不小于 high=2，条件不成立，不递归——停下来了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这个反例同时教三件事：平均值划分的写法、递归必须有进度保证这个普适道理、以及怎么用一个小反例验证自己的代码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模板卡：模板9 二分框架改判定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模板9 二分框架改判定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有序或特殊序列的查找与划分变式（2021 双调序列、平均值划分同族）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low/high（或 i/j）夹逼，中间位置按题目条件决定往哪半走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O(logn) 或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快排 Partition 的挖坑填数、平均值划分的 i/j 相向而行、折半查找的夹逼，都是同一个框架的变体；C3 讲真题先报模板编号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插入与交换：六个算法的复杂度与稳定性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直接插入 O(n²)、稳定、最好 O(n)；折半插入比较 O(nlogn) 但移动仍 O(n²)、稳定；二路插入移动降到最坏 n²/8、要辅助数组、稳定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希尔约 O(n^1.3)、不稳定；冒泡 O(n²)、swapped 优化后最好 O(n)、稳定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快排平均 O(nlogn)、最坏 O(n²)（已有序）、空间 O(logn) 递归栈、不稳定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完整的排序算法对比表（含选择、堆、归并、基数与链表可用性）在下一节收尾给出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1道变式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：默写直接插入与 Partition；给序列 49、38、65、97、76、13、27 写出直接插入每一趟的结果与快排第一趟划分的结果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10答2（Partition 过程）、10选21 与 10选42（快排第二趟判别）、10选15 与 10选25（希尔一趟手算）同类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自编题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：把平均值划分的代码拿 R={5,5,5} 跑一遍，说明为什么需要进度保护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默写要求：合上资料能写出直接插入与 Partition；参考答案在本PPT最后两页，课后自行对照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直接插入每趟：38 49 65 97 76 13 27 → 38 49 65 97 76 13 27（65、97就位）→ 38 49 65 76 97 13 27 → 13 38 49 65 76 97 27 → 13 27 38 49 65 76 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8953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快排第一趟（枢轴49）：27 38 13 49 76 97 65，枢轴归位第4个，左边全小右边全大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7091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直接插入与 Partition 代码见本节代码合集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直接插入最好情况（已有序）每趟只比较1次；Partition 的坑位移动次序：1→7→3→6→4，枢轴最后填进 data[4]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10答2 Partition 过程：枢轴存哨兵，两边交替填坑，相遇时枢轴归位；每趟标出 low、high 与坑的位置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10选21、10选42 快排第二趟判别：第一趟枢轴归位后，左右两段各自再走一趟 Partition，对照选项模拟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10选15、10选25 希尔一趟：按增量 d 分组，各组内做直接插入，写出该趟结束时的序列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自编题 R={5,5,5}：avg=5，i 推到 high+1、j 停在 high，不加 j&lt;high 保护则递归区间不变死递归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9003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希尔与快排的趟次判别都是手算常考点；进度保护的道理适用于一切递归——区间必须真的变小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排序算法一：插入与交换</dc:title>
  <dc:subject>PptxGenJS Presentation</dc:subject>
  <dc:creator>牙膏学长</dc:creator>
  <cp:lastModifiedBy>牙膏学长</cp:lastModifiedBy>
  <cp:revision>1</cp:revision>
  <dcterms:created xsi:type="dcterms:W3CDTF">2026-09-27T07:13:10Z</dcterms:created>
  <dcterms:modified xsi:type="dcterms:W3CDTF">2026-09-27T07:13:10Z</dcterms:modified>
</cp:coreProperties>
</file>
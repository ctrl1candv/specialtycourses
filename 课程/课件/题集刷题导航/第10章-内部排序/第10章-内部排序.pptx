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习题集题目勾画 · 第10章 内部排序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第10章三档题量与用法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6" cy="1682496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有价值必做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可做可不做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71%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必做题（1/4）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10选15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希尔一趟反推增量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由第一趟结果反推增量，2024综合1(2)（增量5一趟）同型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10选18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希尔多趟手算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两趟希尔结果推增量与过程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快排第二趟判别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判不可能的第二趟结果，快排每趟定枢轴位置的理解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堆删除重建比较次数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小根堆删堆顶重建比较次数，2026填15（重建堆比较次数）同型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堆插入调整比较次数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大根堆尾部插18的比较次数，2025填10/2026填15原题形态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排序方法辨认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由序列变化判断排序方法，排序过程辨认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必做题（2/4）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希尔一趟手算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增量3一趟结果，2024综合1(2)原题形态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第二趟辨排序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判只能属哪种排序，冒泡/插入/选择过程辨认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10选29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快排一次划分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以5为枢轴的划分结果，2024综合1(3)原题形态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10选30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小根堆插入调整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插3后小根堆形态，2025填10原题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10选31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建堆过程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建大根堆序列变化，2024综合1(4)（构造小根堆）同型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10选32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归并一趟手算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相邻有序子列两两归并结果，2022综合22(5)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必做题（3/4）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10选33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基数排序趟结果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两趟LSD后结果，2024综合1(1)（每趟结果）同型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10选39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基数排序趟手算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第2趟分配收集结果，与选33同考点同题型（2024综合1(1)）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10选42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快排第二趟判别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判不可能是快排第二趟结果，与选21同型（每趟定枢轴位置）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10答1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多种排序手工执行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10元素手工执行各排序，2024综合1原题形态（四种排序手算）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10答2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Partition过程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三次调用Partition/Merge的过程，划分手算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10答10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读排序代码算执行次数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读排序算法讨论基本操作次数，程序阅读+复杂度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必做题（4/4）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10答12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判堆与调整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判别+调整为堆（交换最少），2024综合1(4)族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10答14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前k大最小比较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不排序选前k记录的最少比较，Top-K题型课大纲内容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10算11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单链表选择排序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单链表简单选择排序，2025程序阅读4原题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10算12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逐个插入建堆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O(log n)插入调整+建堆复杂度讨论，2026填15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10算14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链表归并排序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单链表递归归并，归并模板+链表（2024阅读3链表归并族）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10算26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有序数组合并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A(m+n)/B(n)两有序数组原地合并，Merge模板标准变式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证明与推导题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锦标赛排序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答11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最优比较排序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答20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归并插入排序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选择题：排序性能比较（各排序最好最坏复杂度、…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选1—14、16、17、19、20、26、28…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（续）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34—38、40、41、43—45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解答题：排序过程巩固（稳定性反例、插入比较次…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答3—7、9、13、15—19、21、23、24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算法设计题：排序域内代码巩固（插入/冒泡变体…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算1—10、13、15—25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第10章刷题路线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必做24题：逐题精做，对照题集中所注真题年份回头验一遍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可做可不做67题：一轮复习时限时过，二轮只看错题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完全不做4题：直接跳过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知识点回看：重邮数据结构笔记「排序」对应小节；答疑进页面底部群。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1576</Words>
  <Application>WPS 演示</Application>
  <PresentationFormat>On-screen Show (16:9)</PresentationFormat>
  <Paragraphs>308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内部排序 题目勾画</dc:title>
  <dc:creator>牙膏学长</dc:creator>
  <dc:subject>PptxGenJS Presentation</dc:subject>
  <cp:lastModifiedBy>倾殇醉</cp:lastModifiedBy>
  <cp:revision>2</cp:revision>
  <dcterms:created xsi:type="dcterms:W3CDTF">2026-09-02T08:47:00Z</dcterms:created>
  <dcterms:modified xsi:type="dcterms:W3CDTF">2026-09-02T12:30:03Z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BF407E15E130443092CC06B11E9084E1_12</vt:lpwstr>
  </property>
</Properties>
</file>
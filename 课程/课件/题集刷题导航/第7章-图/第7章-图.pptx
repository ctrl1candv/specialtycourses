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重邮考研802 数据结构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习题集题目勾画 · 第7章 图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严蔚敏《数据结构题集（第2版）》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依据：802考情与2020—2026真题 ·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本章勾画总览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第7章三档题量与用法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6" cy="1682496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占比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有价值必做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25%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对应真题题型，逐题精做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可做可不做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57%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低频巩固，时间充裕时选做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完全不做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17%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超出复习范围，直接跳过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题号口径：选N＝本章单项选择题第N题，答N＝解答题第N题，算N＝算法设计题第N题；页码为题集PDF页（书页＝PDF页−9）。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必做题（1/4）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完全图边数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n顶点有向完全图边数n(n-1)，图基本公式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强连通最少边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n顶点强连通至少n条边，2026填空10原题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7选21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DFS序列判断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给图判非DFS序列，2025综合5(1)（写DFS序列）前置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7选22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BFS序列判断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给图判BFS序列，2025综合5(1)同型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7选25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最小生成树权值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给图求MST权，2025综合5(2)(3)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必做题（2/4）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7选27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最短路径手算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给图选最短路径，Dijkstra手算（2026综合21）前置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7选28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拓扑序列个数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给图数拓扑序列，拓扑排序高频（2026算法26验证拓扑序列）前置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广度优先生成森林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画BFS生成森林，生成树理解（2026阅读1 DFS生成树族）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DFS/BFS生成树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邻接矩阵画两种生成树，2026阅读1（DFS生成树代码）配套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最小生成树手算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无向带权图求MST（Prim/Kruskal过程）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必做题（3/4）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全部拓扑序列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列全部拓扑有序序列，2026算法26（验证拓扑序列）直接训练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7答10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AOE关键路径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计算活动弧e/l与关键路径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7答11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Dijkstra过程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逐步状态表求最短路径，2026综合21原题（完成表格）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7答13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Floyd过程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求各对顶点最短路径，2024综合4原题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7算13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DFS判可达路径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邻接表DFS判vi到vj路径，DFS模板（2025算法3前置）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必做题（4/4）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7算14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BFS判可达路径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BFS版判路径，BFS模板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7算18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长度k简单路径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邻接表无向图判长度k路径，2024算法设计2原题（DFS回溯模板）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7算19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u到v所有简单路径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DFS回溯+visited清除，2025算法3（经过k的路径）同族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7算25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DAG顶点拓扑编号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按弧方向给顶点编号i&lt;j，拓扑排序的直接应用（2026算法26族）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完全不做清单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关节点（重连通）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选26；答8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证明与推导题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答6、12；算17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十字链表与邻接多重表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算4—6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DFS编号、强连通分量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算16、22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生成树、最短路与关键路径代码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算23、32、33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可做可不做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可做可不做清单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选择题：图的概念与存储（度/连通/强连通概念…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选2—7、9—20、23、24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解答题：图概念巩固（邻接矩阵幂、传递性、MS…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答1—3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算法题：建图与基本操作等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算1—3、7—12、15、20、21、24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（续）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26—31、34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第7章刷题路线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必做19题：逐题精做，对照题集中所注真题年份回头验一遍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可做可不做43题：一轮限时过，二轮只看错题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完全不做13题：直接跳过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知识点回看：重邮数据结构笔记「图」对应小节；答疑进页面底部群。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1379</Words>
  <Application>WPS 演示</Application>
  <PresentationFormat>On-screen Show (16:9)</PresentationFormat>
  <Paragraphs>282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图 题目勾画</dc:title>
  <dc:creator>牙膏学长</dc:creator>
  <dc:subject>PptxGenJS Presentation</dc:subject>
  <cp:lastModifiedBy>倾殇醉</cp:lastModifiedBy>
  <cp:revision>2</cp:revision>
  <dcterms:created xsi:type="dcterms:W3CDTF">2026-09-02T08:47:00Z</dcterms:created>
  <dcterms:modified xsi:type="dcterms:W3CDTF">2026-09-02T11:59:02Z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3F5371770BC4414FBFF4496229F541F8_12</vt:lpwstr>
  </property>
  <property fmtid="{D5CDD505-2E9C-101B-9397-08002B2CF9AE}" pid="3" name="KSOProductBuildVer">
    <vt:lpwstr>2052-12.1.0.28043</vt:lpwstr>
  </property>
</Properties>
</file>
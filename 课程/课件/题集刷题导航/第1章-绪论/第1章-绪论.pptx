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习题集题目勾画 · 第1章 绪论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第1章三档题量与用法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有价值必做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可做可不做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63%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必做题（1/3）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1选13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复杂度阶比较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常见增长率排序是笔记核心清单、复杂度分析题基本功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程序段求时间复杂度=程序阅读/填空直考形态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1选19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1选20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必做题（2/3）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1选21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1选22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1选23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程序段复杂度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同上，循环形态变式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1答8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语句频度计算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嵌套循环频度→复杂度推导，2026阅读4「输出+复杂度「前置技能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1答9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复杂度+循环计数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n为2的乘幂、x*=x型循环计数：与2024程序阅读1同源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必做题（3/3）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1答10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10个小问覆盖多种循环形态的复杂度辨认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1答11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递归复杂度是2025阅读1（汉诺塔）、2026阅读4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1算6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多项式求值+复杂度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代码+每语句执行次数+总复杂度=2026阅读4形态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选择题：绪论概念（数据/数据结构/ADT/存…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选1—12、14—16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解答题：绪论概念辨析与复杂度巩固（术语、AD…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答1—4、12—16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算法设计题：基础代码训练（排序输出、数组覆盖…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算1—5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程序设计方法论与流程图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答5—7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证明与推导题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必做13题：逐题精做，对照题集中所注真题年份回头验一遍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可做可不做29题：一轮复习时限时过，二轮只看错题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完全不做4题：直接跳过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知识点回看：重邮数据结构笔记「绪论（复杂度分析）」对应小节；答疑进页面底部群。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绪论 题目勾画</dc:title>
  <dc:subject>PptxGenJS Presentation</dc:subject>
  <dc:creator>牙膏学长</dc:creator>
  <cp:lastModifiedBy>牙膏学长</cp:lastModifiedBy>
  <cp:revision>1</cp:revision>
  <dcterms:created xsi:type="dcterms:W3CDTF">2026-09-02T08:47:08Z</dcterms:created>
  <dcterms:modified xsi:type="dcterms:W3CDTF">2026-09-02T08:47:08Z</dcterms:modified>
</cp:coreProperties>
</file>
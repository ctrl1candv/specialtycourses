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第1节 答题格式与复杂度分析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本课段管什么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 里哪些题要写代码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6858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要你做什么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3题 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写算法思想、写代码、给复杂度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约20分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看懂代码，挖空补全或给片段排序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填空题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一部分空要照着代码的执行过程手算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综合应用题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约70分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手算大题，但读懂算法过程要靠代码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这个阶段九节课、约六小时，学完你要能在白纸上默写出九个结构的类型定义和基本操作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52715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基础阶段只管定义和基本操作；每个结构的经典算法放到强化阶段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本课段目录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九节课怎么排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675120"/>
                <a:gridCol w="20116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第1节（本节）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答题格式 ＋ 复杂度分析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第2—4节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线性表：顺序表、单链表、双链表、循环链表、静态链表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各40min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第5节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栈与队列：顺序栈、循环队列、判满三策略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第6节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串、数组与广义表：以手算为主，代码只有串的匹配一小段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第7—8节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树与二叉树：存储与遍历、线索树、树与森林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45＋40min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第9节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图：存储与遍历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568696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每节课只讲一个结构，讲到你能合上资料默写出来；链表、树、图占的课时最多，因为真题里它们考得最重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选课建议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这个课段适合谁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0292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你的情况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没学过数据结构，或者是跨考的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从第1节开始，一节不落跟到底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学过，但定义和基本操作忘得差不多了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翻目录，挑生疏的节补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合上书能默写各结构的定义和操作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跳过本阶段，直接进强化阶段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这是代码课，不细讲理论，默认你已经有专业课基础；也默认你会用指针、结构体、动态内存和引用传参，这几样在C语言强化阶段讲过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学习要求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这个阶段怎么学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跟练：视频里写一行定义，你跟着写一行，别只用眼睛看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手撕：课后合上资料，凭记忆把这节的类型定义和基本操作写一遍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默写：每节就是一个默写单元，考场上要能直接把模板写出来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课后题：每节一道跟练题加一道模仿题，参考答案在PPT最后两页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每节课后任务页会写清这节的默写要求，比如“合上资料能写出顺序表的插入和删除”，你拿这句话当验收标准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正课开始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 代码题怎么写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考场上写的是伪代码，不是能编译的程序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countNegative(int a[], int n){
    int cnt = 0;
    for(int i = 0; i &lt; n; i++)
        if(a[i] &lt; 0) cnt++;
    return cnt;
}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45811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不用写 #include 和 main，直接写函数就行，这就是伪代码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50520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 看重思路不抠语法：思路对、边界全，语法上有小错照样给分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55229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但结构体定义、函数签名、边界判断这三样必须写完整，它们是评分点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答题格式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一道算法题的答案分三件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第一件，算法思想：用文字说清你打算怎么做，分几步、每步干什么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第二件，代码：伪代码就行，结构体定义和边界判断要完整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第三件，复杂度：时间和空间各给一个结论，再各配一句理由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三件缺一件就扣一件的分；很多人只写代码，思想和复杂度空着，白白丢分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答题格式 · 样例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三件套写出来长这样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思想：先假定第一个元素最大，从第二个起逐个比，遇到更大的就换掉
int findMax(int a[], int n){
    int max = a[0];
    for(int i = 1; i &lt; n; i++)
        if(a[i] &gt; max) max = a[i];
    return max;
}
// 复杂度：时间 O(n) 每个元素比一次；空间 O(1) 只用了 max 一个变量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566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写代码的时候顺手把思想和复杂度补上，三件就齐了；真实的题比这难，但骨架就是这个三段式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复杂度分析 · 时间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时间复杂度就是数基本操作跑了几次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0; i &lt; n; i++)
    sum = sum + a[i];      // 基本操作：这句跑了几次？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基本操作通常是循环最里面那句，数它执行了多少次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数出来只保留最高阶，系数和低阶项都去掉，写成大 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这个例子最里面那句跑了 n 次，所以是 O(n)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50429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循环变量翻着倍走（每圈乘2到超过 n），圈数是 logn，就是 O(logn)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6052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别一看到循环就套公式，先看最里面那句到底跟着谁变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复杂度分析 · 时间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内层次数跟着外层变，要先求和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0; i &lt; n; i++)
    for(int j = i; j &lt; n; j++)
        x++;               // 数它跑了几次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i=0 时内层跑 n 次，i=1 时跑 n-1 次，一直到 i=n-1 时只跑 1 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81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总次数是 n+(n-1)+…+1，等差求和等于 n(n+1)/2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152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去掉系数和低阶，最高阶是 n²，所以是 O(n²)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7150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看到两层循环别急着写 O(n²)：要是内层只跑固定几次，结果可能是 O(n)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复杂度分析 · 递归式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递归式怎么算：画递归树逐层累加（拿纸跟着画）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以 T(n)=2T(n/2)+O(n) 为例：处理规模 n 的问题，先做 O(n) 的活，再拆成两个 n/2 的子问题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112" y="32826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① 第0层：1个问题，规模 n，这层做的活是 O(n)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5361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② 第1层：拆成2个，每个规模 n/2，合起来 2 乘 O(n/2)，还是 O(n)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674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③ 每往下一层，问题数翻倍、规模减半，一乘一除抵消，每层都是 O(n)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383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④ 规模减半到1要 logn 次，所以共 logn 层；每层 O(n)，合计 O(nlogn)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记住这个算法：每层代价乘层数；归并排序、快速排序的复杂度就是这么来的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复杂度分析 · 空间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空间复杂度数额外开的辅助空间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额外空间来自两处：你开的辅助数组，和递归调用压的栈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开了大小 n 的数组就是 O(n)；只用固定几个变量就是 O(1)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原地算法的 O(1) 是不额外占、不随 n 长，不是一点内存都不用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递归的空间最容易漏：没开数组也要算栈深度，树的递归遍历是 O(树高)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答题时时间和空间都要给，各配一句理由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 写伪代码：省头文件和 main，但结构体定义、函数签名、边界判断要完整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答案分三件：思想、代码、复杂度，缺一件扣一件的分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时间复杂度数基本操作的次数，内层跟着外层变就先求和；递归式画递归树逐层累加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空间复杂度数额外的辅助数组和递归栈深度，递归的空间不是 O(1)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这几样是后面每道算法题都要用的；至于每个结构具体怎么定义、书写上有哪些约定，讲到那个结构时再说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：用三件套格式作答——写一个函数统计数组里能被3整除的元素个数，给出思想、代码、复杂度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：算下面三段程序的时间复杂度，每段写一句理由（题集绪论章）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71900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771900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3881628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for(i=0;i&lt;n;i++) for(j=i;j&lt;n;j++) x++;    // (1)
int i=0,x=1; while(x&lt;n){ x*=2; i++; }      // (2)
void f(int n){ if(n&lt;=1) return;            // (3)
    for(i=1;i&lt;=3;i++) f(n/3); }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48182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默写要求：合上资料能说清三件套是哪三件、复杂度怎么数；参考答案在本PPT最后两页，课后自行对照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19000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19000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970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思想：遍历数组，每个元素对3取余，余数为0就把计数加一
int count3(int a[], int n){
    int cnt = 0;
    for(int i = 0; i &lt; n; i++)
        if(a[i] % 3 == 0) cnt++;
    return cnt;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78690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复杂度：时间 O(n) 每个元素取余比较一次；空间 O(1) 只用了 cnt 一个变量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60071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三件齐了才满分：只写代码、不写思想和复杂度，要扣分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(1) O(n²)：内层 j 从 i 到 n-1 共 n-i 次，总和 n+(n-1)+…+1 = n(n+1)/2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(2) O(logn)：x 每次翻倍，到 x≥n 停，循环 logn 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(3) O(n)：T(n)=3T(n/3)+O(1)，每层问题数乘3、规模除以3，共 logn 层，末层 n 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三段分别练嵌套求和、翻倍取对数、递归树累加；理由都要写，只给结论会扣分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答题格式与复杂度分析</dc:title>
  <dc:subject>PptxGenJS Presentation</dc:subject>
  <dc:creator>牙膏学长</dc:creator>
  <cp:lastModifiedBy>牙膏学长</cp:lastModifiedBy>
  <cp:revision>1</cp:revision>
  <dcterms:created xsi:type="dcterms:W3CDTF">2026-09-20T15:41:45Z</dcterms:created>
  <dcterms:modified xsi:type="dcterms:W3CDTF">2026-09-20T15:41:45Z</dcterms:modified>
</cp:coreProperties>
</file>
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数据结构基础阶段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第8节 线索二叉树、树与森林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阶段：基础 ｜ 主讲：牙膏学长 ｜ 预计40分钟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 个结点的二叉链表，有多少个空链域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n 个结点，每个有左右两个链域，一共 2n 个链域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非空的链域等于分支数，一棵 n 结点的树有 n-1 条分支，所以非空链域是 n-1 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空链域 = 2n - (n-1) = n+1 个；一棵树里空链域比结点数还多，白白浪费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线索化的想法就是：把这 n+1 个空链域利用起来，让它们指向前驱和后继，这样找前驱后继就不用再从头遍历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线索化 · 结构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线索二叉树：加两个 tag 区分孩子和线索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618378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618378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39892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BiThrNode{
    int data;
    struct BiThrNode *lchild, *rchild;
    int ltag, rtag;      // 0 指向孩子，1 指向线索（前驱/后继）
}BiThrNode, *BiThrTree;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215274"/>
            <a:ext cx="10454335" cy="359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空链域拿来指前驱后继，但一个链域到底是孩子还是线索，光看指针分不清，所以要配一个 tag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4648090"/>
            <a:ext cx="10454335" cy="6644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ltag=0 时 lchild 指左孩子，ltag=1 时 lchild 指中序前驱；rtag 同理，1 时 rchild 指中序后继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3252" y="5385706"/>
            <a:ext cx="10454335" cy="359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tag 的 0 和 1 别记反：0 是孩子，1 是线索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9" grpId="0"/>
      <p:bldP spid="10" grpId="0"/>
      <p:bldP spid="8" grpId="1"/>
      <p:bldP spid="9" grpId="1"/>
      <p:bldP spid="1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中序线索化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InThread：pre 指针始终指着刚访问过的结点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9748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9748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78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InThread(BiThrTree &amp;p, BiThrTree &amp;pre){
    if(p != NULL){
        InThread(p-&gt;lchild, pre);                          // 递归线索化左子树
        if(p-&gt;lchild == NULL){ p-&gt;lchild = pre; p-&gt;ltag = 1; }   // 建 p 的前驱线索
        if(pre != NULL &amp;&amp; pre-&gt;rchild == NULL){ pre-&gt;rchild = p; pre-&gt;rtag = 1; }  // 回填 pre 的后继线索
        pre = p;                                           // pre 跟上 p
        InThread(p-&gt;rchild, pre);                          // 递归线索化右子树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9437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pre 指向中序里刚访问过的结点。p 的前驱就是 pre，能马上建；但 pre 的后继是 p，要等遍历到 p 时才回填，所以两个 if 分开写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中序线索化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一棵 5 结点树的中序线索化（拿纸跟画）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树：根1，左2右3，2的左4右5；中序是 4 2 5 1 3。pre 初始为 NULL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96112" y="2790444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访问4：4无左孩子，4-&gt;lchild=pre=NULL、ltag=1；pre是NULL不回填；pre=4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185160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访问2：2有左孩子(4)不建前驱线索；pre=4，4无右孩子，回填 4-&gt;rchild=2、rtag=1；pre=2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846576"/>
            <a:ext cx="10454335" cy="5882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访问5：5无左孩子，5-&gt;lchild=pre=2、ltag=1；pre=2 有右孩子(5)不回填；pre=5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07992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访问1、访问3 同理；最后 3 无后继，收尾把 3-&gt;rchild 置 NULL、rtag=1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994148"/>
            <a:ext cx="10545775" cy="301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你看到线索是怎么一条条建起来又回填的：前驱线索在访问 p 时建，后继线索在处理下一个结点时回填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线索化 · 收尾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CreateInThread：为什么结束后要单独处理 pre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CreateInThread(BiThrTree &amp;T){
    BiThrNode *pre = NULL;
    if(T){
        InThread(T, pre);
        if(pre != NULL){ pre-&gt;rchild = NULL; pre-&gt;rtag = 1; }  // 最后一个结点无后继
    }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18888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InThread 走完后，pre 停在中序最后一个结点，它没有后继、右链域还空着，所以收尾时把它置 NULL、rtag 设 1，和前面的约定一致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线索树 · 找后继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Nextnode：找中序后继分两种情况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BiThrNode *Nextnode(BiThrNode *p){
    if(p-&gt;rtag == 1) return p-&gt;rchild;   // 右链域是线索，直接就是后继，O(1)
    BiThrNode *q = p-&gt;rchild;            // 否则有右子树，进右子树
    while(q-&gt;ltag == 0) q = q-&gt;lchild;   // 找右子树的最左下结点
    return q;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rtag=1 时后继早存好了，一步拿到；rtag=0 时后继是右子树的最左下结点，要走下去，最坏 O(树高)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线索树 · 遍历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Firstnode 与中序线索树的遍历：不用栈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BiThrNode *Firstnode(BiThrNode *T){      // 中序第一个结点
    while(T-&gt;ltag == 0) T = T-&gt;lchild;   // 一路往左下找
    return T;
}
// 中序线索树的遍历：
for(BiThrNode *p = Firstnode(T); p != NULL; p = Nextnode(p)) visit(p);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581144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从第一个结点开始，不断 Nextnode 往后走，就能中序遍历整棵树——不用栈、不用递归、空间 O(1)，这就是线索化存在的全部理由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 · 存储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树的孩子兄弟存储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CSNode{
    int data;
    struct CSNode *firstchild, *nextbro;  // 第一个孩子、下一个兄弟
}CSNode, *CSTree;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一般的树每个结点孩子数不定，用孩子兄弟表示法：只记第一个孩子和下一个兄弟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这个结构和上一节的二叉链表形状一样（都是两个指针），所以一棵树能唯一对应一棵二叉树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firstchild 当二叉树的左孩子，nextbro 当右孩子，这是树转二叉树的结构基础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树转二叉树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树、森林转二叉树：三步画法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第一步，兄弟之间连线：把同一个父结点的孩子们依次连起来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第二步，只留第一个孩子：每个结点只保留它和第一个孩子的连线，抹掉到其他孩子的线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第三步，以根为轴顺时针转 45 度：转完第一个孩子成了左子树，兄弟成了右子树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森林转二叉树：先把每棵树各自转成二叉树，再把后一棵树接到前一棵树根的右子树上，依次连下去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树转二叉树 · 过程页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一棵三层的树转成二叉树（拿纸跟画）</a:t>
            </a:r>
            <a:endParaRPr lang="en-US" sz="2800" dirty="0"/>
          </a:p>
        </p:txBody>
      </p:sp>
      <p:pic>
        <p:nvPicPr>
          <p:cNvPr id="5" name="Image 0" descr="D:\Program Project\SpecialtyCourses\assets\diagrams\a8-tree-to-binary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981048" y="2395728"/>
            <a:ext cx="8229600" cy="23774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96112" y="4956048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原树：根 A 有三个孩子 B、C、D；B 有一个孩子 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96112" y="5350764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第一步兄弟连线：B—C—D 连起来；第二步只留第一个孩子：A 只连 B，B 只连 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96112" y="5745480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第三步转 45 度：A 的左孩子是 B、B 的右孩子是 C、C 的右孩子是 D；B 的左孩子是 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96112" y="6140196"/>
            <a:ext cx="10454335" cy="3215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400" dirty="0">
                <a:solidFill>
                  <a:srgbClr val="000000"/>
                </a:solidFill>
              </a:rPr>
              <a:t>结果二叉树：A 左挂 B、B 左挂 E，B 右挂 C、C 右挂 D，兄弟全在右链上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6626352"/>
            <a:ext cx="10545775" cy="3017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你抓住一句话：第一个孩子往左、兄弟往右，转出来的二叉树和原树一一对应，不会丢信息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遍历对应 · 检查页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树的后根遍历，对应二叉树的什么遍历？（先自己想）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822960" y="2395728"/>
          <a:ext cx="10545775" cy="1261872"/>
        </p:xfrm>
        <a:graphic>
          <a:graphicData uri="http://schemas.openxmlformats.org/drawingml/2006/table">
            <a:tbl>
              <a:tblPr/>
              <a:tblGrid>
                <a:gridCol w="4572000"/>
                <a:gridCol w="5943600"/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树的遍历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对应二叉树的遍历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先根遍历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先序遍历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后根遍历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中序遍历（不是后序！）</a:t>
                      </a:r>
                      <a:endParaRPr lang="en-US" sz="15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3886200"/>
            <a:ext cx="10545775" cy="9304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先想：后根遍历（先孩子后自己）对应二叉树的哪种？很多人以为是后序，其实是中序。因为孩子兄弟表示法里，一个结点的孩子都在左子树、兄弟在右子树，后根的“先孩子后自己”落到二叉树上就是“先左子树、再根、再右子树”，正是中序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树 · 求度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求树的度：孩子兄弟递归加一个全局变量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459736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459736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2402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degree = 0;                        // 全局变量，记最大度
int Post(CSNode *p){
    if(p == NULL) return 0;
    Post(p-&gt;firstchild);               // 递归进子树，只为更新全局 degree，返回值丢弃
    int d = 1 + Post(p-&gt;nextbro);      // 自己加后面所有兄弟 = 一个父结点的孩子数
    degree = max(degree, d);
    return d;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56632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两个要点：Post(firstchild) 的返回值丢掉，它只负责递归进子树更新 degree；1+Post(nextbro) 数的是一条兄弟链的长度，正好是那个父结点的度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本节小结与课后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小结与课后任务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线索化：利用 n+1 个空链域指前驱后继，ltag/rtag 区分孩子与线索；InThread 靠 pre 建前驱线索、回填后继线索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线索树遍历：Firstnode 找起点、Nextnode 找后继，不用栈、空间 O(1)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树与森林：孩子兄弟存储，第一个孩子往左、兄弟往右转成二叉树；先根对先序、后根对中序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</a:t>
            </a:r>
            <a:r>
              <a:rPr lang="en-US" sz="1800" dirty="0">
                <a:solidFill>
                  <a:srgbClr val="000000"/>
                </a:solidFill>
              </a:rPr>
              <a:t>：默写 BiThrNode 定义与中序线索化两个函数；给一棵三层的树画先根、后根序列和对应二叉树。</a:t>
            </a:r>
            <a:r>
              <a:rPr lang="en-US" sz="1800" b="1" dirty="0">
                <a:solidFill>
                  <a:srgbClr val="000000"/>
                </a:solidFill>
              </a:rPr>
              <a:t>模仿</a:t>
            </a:r>
            <a:r>
              <a:rPr lang="en-US" sz="1800" dirty="0">
                <a:solidFill>
                  <a:srgbClr val="000000"/>
                </a:solidFill>
              </a:rPr>
              <a:t>：题集勾画 6答21 同类，把一棵二叉树还原成森林并画图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线索化和树森林看似无关，其实共用孩子兄弟这一个结构；参考答案在本PPT最后两页，课后自行对照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69748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69748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47802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typedef struct BiThrNode{ int data;
    struct BiThrNode *lchild, *rchild; int ltag, rtag; }BiThrNode, *BiThrTree;
void InThread(BiThrTree &amp;p, BiThrTree &amp;pre){ if(p!=NULL){
    InThread(p-&gt;lchild, pre);
    if(p-&gt;lchild==NULL){ p-&gt;lchild=pre; p-&gt;ltag=1; }
    if(pre!=NULL &amp;&amp; pre-&gt;rchild==NULL){ pre-&gt;rchild=p; pre-&gt;rtag=1; }
    pre=p; InThread(p-&gt;rchild, pre); } }
void CreateInThread(BiThrTree &amp;T){ BiThrNode *pre=NULL;
    if(T){ InThread(T,pre); if(pre!=NULL){ pre-&gt;rchild=NULL; pre-&gt;rtag=1; } } 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29437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三层树的先根=根先、后根=根后；对应二叉树按“第一个孩子往左、兄弟往右”画。求度与遍历见本节代码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二叉树还原成森林，是树转二叉树的逆过程：根往下的左链是各棵树的根，右链是森林里的后续树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具体：从根出发，沿左孩子走下去的每个结点，它的右子树都拆出来作为一棵独立的树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拆分规则：结点的左孩子是它在原树里的第一个孩子，右孩子是它的下一个兄弟（属于同一棵树）还是新的一棵树，看它在哪条右链上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64465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森林叶数 = 二叉树里左指针为空的结点数（题集勾画 6选43 的结论）；还原时抓住“左孩子右兄弟”反过来拆即可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4852</Words>
  <Application>WPS 演示</Application>
  <PresentationFormat>On-screen Show (16:9)</PresentationFormat>
  <Paragraphs>210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线索二叉树、树与森林</dc:title>
  <dc:creator>牙膏学长</dc:creator>
  <dc:subject>PptxGenJS Presentation</dc:subject>
  <cp:lastModifiedBy>倾殇醉</cp:lastModifiedBy>
  <cp:revision>3</cp:revision>
  <dcterms:created xsi:type="dcterms:W3CDTF">2026-09-26T06:06:00Z</dcterms:created>
  <dcterms:modified xsi:type="dcterms:W3CDTF">2026-10-03T05:59:45Z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B2E59F32E3F74429B95A8D9D9610C451_12</vt:lpwstr>
  </property>
</Properties>
</file>
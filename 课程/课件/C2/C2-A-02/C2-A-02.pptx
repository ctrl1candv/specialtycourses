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第2节 顺序表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数组能存一串数，为什么还要包一层结构体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data[100];        // 一个数组，最多存100个数
// 问题是：现在到底存了几个？数组自己不说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开了100格，可能只用了5格，数组不会告诉你用了几个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插入、删除、查找都要先知道当前有几个元素，这个数得自己记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把数组和这个计数打包进一个结构体，就是顺序表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13435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顺序表是第一个正式的数据结构；学一个结构就是这几步——定义、初始化、查找、插入、删除、复杂度，后面每个结构都照这个路子走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顺序表的定义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静态顺序表：一个数组加一个计数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MaxSize 1000
typedef struct{
    int data[MaxSize];    // 存数据的数组
    int length;           // 当前存了几个
}SqList;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data 是真正存元素的数组，MaxSize 是它最多能装多少，编译时就定死了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length 是当前实际存了几个，随插入删除变化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MaxSize 是容量、length 是个数，两个是两回事，别混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顺序表的定义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动态顺序表：数组改成指针，容量运行时定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37421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37421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154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struct{
    int *data;            // 指向 malloc 出来的那片内存
    int MaxSize, length;  // 容量和个数都存进结构体
}SeqList;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3971110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静态版 MaxSize 写死在宏里；动态版 MaxSize 是一个字段，运行时由初始化的参数决定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4708726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所以动态版要把 MaxSize 存进结构体，data 是指针，指向 malloc 出来的连续内存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537782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malloc 和判空在C语言强化阶段讲过；本节基本操作用静态版 SqList 写，动态版思路一样，只差 data 是指针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基本操作 · 初始化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初始化：静态清零，动态先 malloc 再判空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8030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8030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60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InitList(SqList &amp;L){                    // 静态版
    for(int i = 0; i &lt; MaxSize; i++) L.data[i] = 0;
    L.length = 0;  return true;
}
bool InitList(SeqList &amp;L, int InitSize){     // 动态版
    L.data = (int *)malloc(sizeof(int) * InitSize);
    if(L.data == NULL) return false;         // 申请失败要判空
    L.length = 0;  L.MaxSize = InitSize;  return true;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977203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参数写成 SqList &amp;L，这个 &amp; 是让函数改得动外面那个表：不带 &amp;，改的只是副本，调用处的表根本没被初始化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714819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动态版 malloc 之后必须判空，申请失败返回 false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基本操作 · 按值查找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LocateElem：找到返回位序，找不到返回 -1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61837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61837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3989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LocateElem(SqList &amp;L, int key){
    for(int i = 0; i &lt; L.length; i++)
        if(L.data[i] == key) return i + 1;   // 返回位序
    return -1;                                // 没找到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215274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顺序表属线性表，数据从 data[0] 开始存，第 i 个元素就在 data[i-1]，下标从0起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4952890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循环里 i 是下标，从0扫到 length-1；命中返回 i+1，因为题目问的是第几个，位序从1数起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69050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i 和 i+1 的差别是程序阅读题的常考陷阱，看代码时盯住返回的是下标还是位序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基本操作 · 按位插入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ListInsert：两个范围判断，从后往前挪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7767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7767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658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ListInsert(SqList &amp;L, int i, int elem){
    if(i &lt; 1 || i &gt; L.length + 1) return false;   // 位序范围 1..length+1
    if(L.length &gt;= MaxSize) return false;          // 容量已满
    for(int j = L.length; j &gt;= i; j--) L.data[j] = L.data[j-1];
    L.data[i-1] = elem;  L.length++;  return true;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474569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位序范围 1 到 length+1：能插在最后一个元素后面，所以上界是 length+1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926435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挪动从后往前，从前往后会覆盖掉还没搬走的数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5378301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elem 写进 data[i-1]：位序 i 对应下标 i-1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插入过程推演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在第3位插入25：逐格看元素怎么挪（拿纸跟着画）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2192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8248" y="2395728"/>
            <a:ext cx="1219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38248" y="3049524"/>
            <a:ext cx="12192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448" y="2395728"/>
            <a:ext cx="12192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448" y="2395728"/>
            <a:ext cx="1219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448" y="3049524"/>
            <a:ext cx="12192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76648" y="2395728"/>
            <a:ext cx="1219200" cy="653796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648" y="2395728"/>
            <a:ext cx="1219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648" y="3049524"/>
            <a:ext cx="12192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95848" y="2395728"/>
            <a:ext cx="12192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219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48" y="3049524"/>
            <a:ext cx="12192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048" y="2395728"/>
            <a:ext cx="12192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048" y="2395728"/>
            <a:ext cx="1219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048" y="3049524"/>
            <a:ext cx="12192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534248" y="2395728"/>
            <a:ext cx="12192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4248" y="2395728"/>
            <a:ext cx="12192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34248" y="3049524"/>
            <a:ext cx="12192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143848" y="3281782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208" y="348295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length=5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6112" y="37673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画 data[0] 到 data[4] 存 10、20、30、40、50，length=5；现在要在第3位插25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44287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两个判断先过：位序3在1到6之间、length=5没到容量，都通过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48234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从 j=5 往后挪：data[5]=data[4]=50，data[4]=data[3]=40，data[3]=data[2]=30，每挪一步画一次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54848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④ 腾出 data[2] 写进25，length 变6；结果是 10、20、25、30、40、50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9710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盯着 j 从5减到3，看每一格怎么往后让位，这就是从后往前挪的过程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基本操作 · 按位删除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ListDelete：elem 用引用带出，从前往后挪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7767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7767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658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ListDelete(SqList &amp;L, int i, int &amp;elem){
    if(i &lt; 1 || i &gt; L.length) return false;   // 位序范围 1..length
    elem = L.data[i - 1];                      // 用引用把删掉的值带出去
    for(int j = i; j &lt; L.length; j++) L.data[j-1] = L.data[j];
    L.length--;  return true;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474569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位序范围 1 到 length：删的是已有元素，上界是 length 不是 length+1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5250285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elem 前面也有 &amp;，要把删掉的值带回调用处，这是引用传出的用途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5702151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挪动从前往后，跟插入正好相反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先自己算：删一个元素挪几格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先别看下面，自己算：length=4 的表 10、20、25、30，删掉第2个，删完表是什么、elem 多少、挪了几格？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32826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删完是 10、25、30，elem=20，挪了 2 格（25、30 各往前一格）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536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一般地：删除第 i 位挪 n-i 格，插入第 i 位挪 n-i+1 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2245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等概率平均：插入挪 n/2、删除挪 (n-1)/2，都是 O(n)；只有末尾插删是 O(1)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1297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平均移动次数是填空与综合应用常考点，要能说清 n/2 与 (n-1)/2 是怎么算出来的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顺序表五个函数一张表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3200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关键动作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范围或返回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InitList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静态清零、动态 malloc 判空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length 归 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LocateElem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从头扫，命中返回位序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返回 i+1，找不到 -1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ListInsert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从后往前挪，写 data[i-1]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位序 1 到 length+1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ListDelete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引用带出，从前往后挪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位序 1 到 length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插入删除都要挪元素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平均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合上资料能默写这五个函数，这一节就过关；后面的结构也按定义、初始化、增删查、复杂度这个路子学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 SqList 定义、InitList（静态版）、ListInsert、ListDelete，各写一句合法范围的判断依据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 2算15——顺序表就地逆置，用原表的存储空间把 (a1,a2,…,an) 反转成 (an,…,a2,a1)，空间要 O(1)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默写要求：合上资料能写出 SqList 定义和这四个函数；参考答案在本PPT最后两页，课后自行对照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84416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84416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24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MaxSize 1000
typedef struct{ int data[MaxSize]; int length; }SqList;
bool InitList(SqList &amp;L){
    for(int i=0;i&lt;MaxSize;i++) L.data[i]=0;  L.length=0;  return true;
}
bool ListInsert(SqList &amp;L, int i, int elem){
    if(i&lt;1 || i&gt;L.length+1) return false;   // 位序 1..length+1
    if(L.length &gt;= MaxSize) return false;
    for(int j=L.length;j&gt;=i;j--) L.data[j]=L.data[j-1];
    L.data[i-1]=elem;  L.length++;  return true;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441063"/>
            <a:ext cx="10545775" cy="568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ListDelete 同理：范围 1..length，elem 用 &amp; 带出，从前往后挪；合法范围插入上界 length+1、删除上界 length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9115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9115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71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思想：首尾对称交换，i 从头走到中间，每次和末尾对称位置交换
void Reverse(SqList &amp;L){
    for(int i = 0; i &lt; L.length / 2; i++){
        int t = L.data[i];
        L.data[i] = L.data[L.length - 1 - i];
        L.data[L.length - 1 - i] = t;
    }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88805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复杂度：时间 O(n)，交换了 n/2 对；空间 O(1)，只用一个临时变量 t，没另开数组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5663766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就地逆置的关键是借原表空间，只用一个临时变量，不能新开一个数组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顺序表</dc:title>
  <dc:subject>PptxGenJS Presentation</dc:subject>
  <dc:creator>牙膏学长</dc:creator>
  <cp:lastModifiedBy>牙膏学长</cp:lastModifiedBy>
  <cp:revision>1</cp:revision>
  <dcterms:created xsi:type="dcterms:W3CDTF">2026-09-26T05:37:52Z</dcterms:created>
  <dcterms:modified xsi:type="dcterms:W3CDTF">2026-09-26T05:37:52Z</dcterms:modified>
</cp:coreProperties>
</file>
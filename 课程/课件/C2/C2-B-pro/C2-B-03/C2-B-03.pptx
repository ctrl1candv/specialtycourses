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-635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第3节 栈队应用与串匹配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预计35分钟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正课开始</a:t>
            </a:r>
            <a:endParaRPr lang="en-US" sz="1300" dirty="0"/>
          </a:p>
        </p:txBody>
      </p:sp>
      <p:sp>
        <p:nvSpPr>
          <p:cNvPr id="5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 · 从结构到应用</a:t>
            </a:r>
            <a:endParaRPr lang="en-US" sz="1400" dirty="0"/>
          </a:p>
        </p:txBody>
      </p:sp>
      <p:sp>
        <p:nvSpPr>
          <p:cNvPr id="6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栈和队列的几种典型用法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基础阶段已练过栈的 Push、Pop 和队列的 EnQueue、DeQueue；本节直接使用这些操作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本节练习括号匹配、中缀转后缀、后缀求值、判回文和双栈模拟队列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栈题关注后进先出如何派上用场；双栈队列题关注怎样保持先进先出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这些知识会出现在填空和程序阅读中；题集 3答7 可用于练习后缀求值的栈过程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应用一 · 括号匹配</a:t>
            </a:r>
            <a:endParaRPr lang="en-US" sz="1400" dirty="0"/>
          </a:p>
        </p:txBody>
      </p:sp>
      <p:sp>
        <p:nvSpPr>
          <p:cNvPr id="4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一个栈：遇左括号压栈，遇右括号弹栈比对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3054096"/>
          </a:xfrm>
          <a:prstGeom prst="roundRect">
            <a:avLst>
              <a:gd name="adj" fmla="val 149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BracketMatch(char str[], int n){
    SqStack S; InitStack(S);
    for(int i = 0; i &lt; n; i++){
        if(str[i]=='(' || str[i]=='[' || str[i]=='{') Push(S, str[i]);
        else if(str[i]==')' || str[i]==']' || str[i]=='}'){   // 只拦右括号，其他字符跳过
            if(IsEmpty(S)) return false;      // ① 右括号多了
            char top; Pop(S, top);
            if((top=='(' &amp;&amp; str[i]!=')') || (top=='[' &amp;&amp; str[i]!=']') ||
               (top=='{' &amp;&amp; str[i]!='}')) return false;   // ② 类型不匹配（交叉）
        }
    }
    return IsEmpty(S);      // ③ 左括号多了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分支必须写 else if 只拦右括号：写 else 会把字母数字运算符当右括号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写 else 时 a+(b*c) 扫到 a 就弹栈误判失配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6" grpId="1"/>
      <p:bldP spid="7" grpId="1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应用一 · 失配分析</a:t>
            </a:r>
            <a:endParaRPr lang="en-US" sz="1400" dirty="0"/>
          </a:p>
        </p:txBody>
      </p:sp>
      <p:sp>
        <p:nvSpPr>
          <p:cNvPr id="4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三种失配：右多了、类型交叉、左括号多了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1682496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失配情况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什么时候发生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例子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右括号多了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扫描中遇到右括号时栈已空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“())” 第二个右括号无左可配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类型交叉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弹出的左括号与当前右括号不是一对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“[(])” 弹出“(”遇“]”失配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左括号多了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全部字符扫完栈仍非空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“(()” 剩一个左括号没配上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三种情况各自 return false，全配上且栈空才 return true；最后一句 IsEmpty(S) 专管第三种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77774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先自己判两个串：“[()]”与“[(])”只差一个字符，结果一样吗？答案在讲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表达式求值 · 中缀转后缀</a:t>
            </a:r>
            <a:endParaRPr lang="en-US" sz="1400" dirty="0"/>
          </a:p>
        </p:txBody>
      </p:sp>
      <p:sp>
        <p:nvSpPr>
          <p:cNvPr id="4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中缀转后缀四条规则：数输出、左括号压、右括号弹到左括号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22960" y="2395728"/>
          <a:ext cx="10545775" cy="155448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扫描到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处理动作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操作数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直接输出到后缀串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不进栈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左括号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压栈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等右括号来配对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右括号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弹栈并输出直到左括号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左括号弹出但不输出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运算符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弹出栈里优先级大于等于它的，再压自己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大于等于就是左结合，同级先弹左边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896112" y="417880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同级运算符按左结合处理：弹出栈顶后再压入当前运算符。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64972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右括号遇到左括号就停；扫描结束后再弹出栈里剩下的运算符。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表达式求值 · 后缀求值</a:t>
            </a:r>
            <a:endParaRPr lang="en-US" sz="1400" dirty="0"/>
          </a:p>
        </p:txBody>
      </p:sp>
      <p:sp>
        <p:nvSpPr>
          <p:cNvPr id="4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后缀求值：遇数压栈、遇运算符弹两个，先弹的是右操作数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3291840"/>
          </a:xfrm>
          <a:prstGeom prst="roundRect">
            <a:avLst>
              <a:gd name="adj" fmla="val 1389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3072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EvalPostfix(char postfix[]){
    SqStack S; InitStack(S);
    for(int i = 0; postfix[i] != '\0'; i++){
        char c = postfix[i];
        if(c &gt;= '0' &amp;&amp; c &lt;= '9'){ int x = c - '0'; Push(S, x); }
        else{
            int b, a; Pop(S, b); Pop(S, a);   // 先弹的是右操作数
            if(c == '+') Push(S, a + b); else if(c == '-') Push(S, a - b);
            else if(c == '*') Push(S, a * b); else Push(S, a / b);
        }
    }
    int result; Pop(S, result); return result;
}
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1426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栈后进先出：后压入的是表达式右边的操作数；减法和除法若颠倒操作数，结果会错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67344" y="3895344"/>
            <a:ext cx="2883103" cy="10835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扫完全部字符栈里只剩一个数就是结果；每个字符处理一次，时间 O(n)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94192" y="5143500"/>
            <a:ext cx="2974543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本例使用单个数字字符；多位数表达式需按操作数分词后再入栈。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  <p:bldP spid="2" grpId="1"/>
      <p:bldP spid="6" grpId="1"/>
      <p:bldP spid="7" grpId="1"/>
      <p:bldP spid="8" grpId="1"/>
      <p:bldP spid="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表达式求值 · 动画推演</a:t>
            </a:r>
            <a:endParaRPr lang="en-US" sz="1400" dirty="0"/>
          </a:p>
        </p:txBody>
      </p:sp>
      <p:sp>
        <p:nvSpPr>
          <p:cNvPr id="4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表达式 (3+4)*2：转后缀 34+2*，再求值</a:t>
            </a:r>
            <a:endParaRPr lang="en-US" sz="2800" dirty="0"/>
          </a:p>
        </p:txBody>
      </p:sp>
      <p:pic>
        <p:nvPicPr>
          <p:cNvPr id="5" name="p07:initial" descr="D:\Program Project\SpecialtyCourses\课件\C2\C2-B-pro\C2-B-03\assets\C2-B-03-p07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6" name="p07:s1" descr="D:\Program Project\SpecialtyCourses\课件\C2\C2-B-pro\C2-B-03\assets\C2-B-03-p07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7" name="p07:s2" descr="D:\Program Project\SpecialtyCourses\课件\C2\C2-B-pro\C2-B-03\assets\C2-B-03-p07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8" name="p07:s3" descr="D:\Program Project\SpecialtyCourses\课件\C2\C2-B-pro\C2-B-03\assets\C2-B-03-p07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9" name="p07:s4" descr="D:\Program Project\SpecialtyCourses\课件\C2\C2-B-pro\C2-B-03\assets\C2-B-03-p07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10" name="p07:s5" descr="D:\Program Project\SpecialtyCourses\课件\C2\C2-B-pro\C2-B-03\assets\C2-B-03-p07-s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11" name="p07:s6" descr="D:\Program Project\SpecialtyCourses\课件\C2\C2-B-pro\C2-B-03\assets\C2-B-03-p07-s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  <p:pic>
        <p:nvPicPr>
          <p:cNvPr id="12" name="p07:s7" descr="D:\Program Project\SpecialtyCourses\课件\C2\C2-B-pro\C2-B-03\assets\C2-B-03-p07-s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2359152"/>
            <a:ext cx="10561320" cy="3456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应用三 · 判回文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判回文：前半压栈后半比对，一个返回值表达两种结局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843784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624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IsPalindrome(LinkList L, int n){
    SqStack s; InitStack(s);
    LNode *q, *p = L-&gt;next;
    for(int i = 1; i &lt;= n / 2; i++){ Push(s, p); p = p-&gt;next; }   // 前半压栈
    if(n % 2 == 1) p = p-&gt;next;                                   // 奇数长度跳过中点
    while(p != NULL){
        Pop(s, q);
        if(p-&gt;data != q-&gt;data) break;
        else p = p-&gt;next;
    }
    return IsEmpty(s);                                            // 栈空则是回文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失配 break 时栈里还有没弹完的元素，栈非空；全匹配弹了 n/2 次刚好栈空，一个返回值管两种结局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26669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边界在奇数长度那句：先跳过一个中点再比对；忘跳会拿中点和后半第一个元素比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6" grpId="1"/>
      <p:bldP spid="7" grpId="1"/>
      <p:bldP spid="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应用四 · 双栈模拟队列</a:t>
            </a:r>
            <a:endParaRPr lang="en-US" sz="1400" dirty="0"/>
          </a:p>
        </p:txBody>
      </p:sp>
      <p:sp>
        <p:nvSpPr>
          <p:cNvPr id="4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双栈模拟队列：s1 管入、s2 管出，s2 空了才倒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2002536"/>
          </a:xfrm>
          <a:prstGeom prst="roundRect">
            <a:avLst>
              <a:gd name="adj" fmla="val 228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SqStack s1, s2;
bool EnQueue2(int x){ return Push(s1, x); }
bool DeQueue2(int &amp;x){
    if(!IsEmpty(s2)) return Pop(s2, x);
    while(!IsEmpty(s1)){ int t; Pop(s1, t); Push(s2, t); }   // 倒一次，顺序反一次
    if(IsEmpty(s2)) return false;
    return Pop(s2, x);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转入 s2 后，最早入队的元素位于栈顶，之后可按入队顺序出队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67344" y="3019044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只有 s2 空了才倒：s2 还有货就倒，新元素会排到旧元素前面，顺序就乱了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67344" y="3890010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均摊 O(1)：每个元素最多倒一次、弹一次；每次都倒退化成 O(n)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6" grpId="1"/>
      <p:bldP spid="7" grpId="1"/>
      <p:bldP spid="8" grpId="1"/>
      <p:bldP spid="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串匹配 · 思想</a:t>
            </a:r>
            <a:endParaRPr lang="en-US" sz="1400" dirty="0"/>
          </a:p>
        </p:txBody>
      </p:sp>
      <p:sp>
        <p:nvSpPr>
          <p:cNvPr id="4" name="p1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BF 到 KMP：主串指针 i 永不回溯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822960" y="2395728"/>
          <a:ext cx="10545775" cy="128016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BF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KMP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失配后谁动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主串 i 回到本轮起点加一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主串 i 不动，模式串 j 退到 next[j]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依据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换个起点逐个重试，怕漏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已匹配的前缀与主串对齐，不用再比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最坏时间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O(nm)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O(n+m)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90448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KMP 复用已经匹配过的信息：主串指针 i 不回退，模式串按 next 调整位置。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37540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next 的定义和手算见 C2-A 第6节，本节只看它怎样减少重复比较。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937760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本节不重讲 next 表手算。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本节模板卡：辅助栈逆序（模板14）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822960" y="2395728"/>
          <a:ext cx="10545776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模板14 辅助栈逆序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判回文、倒数第 k、需要逆序输出的一类题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要逆序的部分压栈，再逐个弹出比对或输出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与 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465576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考过哪里：题集 3算5、3算7、3答7 同类；3算14 是队列变式；3答3、3答4、3答12、3答13、3算6 同属本节应用的题源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五个应用一张表，两道课后题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22960" y="2395728"/>
          <a:ext cx="10545775" cy="1865376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最容易错的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括号匹配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遇左压、遇右弹并比对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else 把字母数字运算符当右括号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中缀转后缀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数输出、括号成对、运算符弹大于等于再压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右括号处理忘了左括号弹出不输出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后缀求值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遇数压、遇运算符弹两个算完再压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两个操作数次序搞反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判回文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前半压栈、后半逐个比对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奇数长度忘了跳过中点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双栈模拟队列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s1 入 s2 出、s2 空才倒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每次都倒退化成 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93420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跟练：默写括号匹配、后缀求值。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540512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复习练习：3算5、3算7、3答7回忆本节栈应用；3算14回顾 C2-A 链式队列。答案页在本节末尾。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p1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跟练题一</a:t>
            </a:r>
            <a:endParaRPr lang="en-US" sz="1400" dirty="0"/>
          </a:p>
        </p:txBody>
      </p:sp>
      <p:sp>
        <p:nvSpPr>
          <p:cNvPr id="4" name="p1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跟练题一参考答案：括号匹配默写（自行对照）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3054096"/>
          </a:xfrm>
          <a:prstGeom prst="roundRect">
            <a:avLst>
              <a:gd name="adj" fmla="val 149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BracketMatch(char str[], int n){
    SqStack S; InitStack(S);
    for(int i = 0; i &lt; n; i++){
        if(str[i]=='(' || str[i]=='[' || str[i]=='{') Push(S, str[i]);
        else if(str[i]==')' || str[i]==']' || str[i]=='}'){   // 只拦右括号，其他字符跳过
            if(IsEmpty(S)) return false;      // ① 右括号多了
            char top; Pop(S, top);
            if((top=='(' &amp;&amp; str[i]!=')') || (top=='[' &amp;&amp; str[i]!=']') ||
               (top=='{' &amp;&amp; str[i]!='}')) return false;   // ② 类型不匹配（交叉）
        }
    }
    return IsEmpty(S);      // ③ 左括号多了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三个 return false 对应三种失配；最后一句 return IsEmpty(S) 专管左括号多了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跟练题二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跟练题二参考答案：后缀求值与表达式求值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7278624" cy="3054096"/>
          </a:xfrm>
          <a:prstGeom prst="roundRect">
            <a:avLst>
              <a:gd name="adj" fmla="val 1497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94944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EvalPostfix(char postfix[]){
    SqStack S; InitStack(S);
    for(int i = 0; postfix[i] != '\0'; i++){
        char c = postfix[i];
        if(c &gt;= '0' &amp;&amp; c &lt;= '9'){ int x = c - '0'; Push(S, x); }
        else{
            int b, a; Pop(S, b); Pop(S, a);   // 先弹的是右操作数
            if(c == '+') Push(S, a + b); else if(c == '-') Push(S, a - b);
            else if(c == '*') Push(S, a * b); else Push(S, a / b);
        }
    }
    int result; Pop(S, result); return result;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67344" y="2395728"/>
            <a:ext cx="28831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dirty="0">
                <a:solidFill>
                  <a:srgbClr val="000000"/>
                </a:solidFill>
              </a:rPr>
              <a:t>后缀形式34+2*；按单个数字字符求值，结果为14。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复习练习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复习练习参考答案（自行对照）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3算5 括号匹配：复现本节算法，检查 else if 是否只处理右括号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3算7 中缀转后缀：按 P5 规则手算，运算符弹出条件为大于等于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3答7 表达式求值：把 P7 的栈状态逐步写全，先弹出的是右操作数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3算14 循环链表实现队列：回顾 C2-A 链式队列，检查 rear 移动、判空和队满处理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5057</Words>
  <Application>WPS 演示</Application>
  <PresentationFormat>On-screen Show (16:9)</PresentationFormat>
  <Paragraphs>298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栈队应用与串匹配</dc:title>
  <dc:creator>牙膏学长</dc:creator>
  <dc:subject>PptxGenJS Presentation</dc:subject>
  <cp:lastModifiedBy>倾殇醉</cp:lastModifiedBy>
  <cp:revision>7</cp:revision>
  <dcterms:created xsi:type="dcterms:W3CDTF">2026-10-04T13:27:00Z</dcterms:created>
  <dcterms:modified xsi:type="dcterms:W3CDTF">2026-10-05T03:49:18Z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34BA594954A24071AC4C8F2D2EA7A15F_12</vt:lpwstr>
  </property>
</Properties>
</file>
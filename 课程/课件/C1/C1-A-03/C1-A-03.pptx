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第3节 运算符与表达式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预计30分钟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先看上一节写到哪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程序光会存，不会算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score;
scanf("%d", &amp;score);      // 上一节：数据进来了
printf("%d", score);      // 只能原样打出去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上一节的程序会存数据、会打印，但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什么也算不了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，就是个传声筒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802代码里到处是计算：判断奇偶、取个位、比较大小、数结点个数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本节目标：学完你能用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五类运算符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让程序会算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算术运算符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加减乘除，除法有两个坑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     a - b      a * b
a / b                  // 整数除法：9 / 2 等于 4，不是 4.5
9.0 / 2                // 有一个小数，结果就是小数：4.5
a % b                  // 取余：9 % 2 等于 1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乘号是 *，不是 ×；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整数除以整数，结果还是整数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，小数部分直接扔掉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想让除法出小数：两边只要有一个小数，结果就是小数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%是取余数：9除以2商4余1，所以 9 % 2 得 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取余的两个用途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 在802里就这两个用法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% 2      // 判断奇偶：得1是奇数，得0是偶数
x % 10     // 取个位：任何整数除以10的余数就是个位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判断奇偶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：x % 2 得 1 就是奇数，得 0 就是偶数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取个位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：x % 10 直接拿到个位，取十位就 x / 10 % 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这两个用法在802真题和手算题里反复出现，现在就记牢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取余还能干这个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拆时间：3670秒是几分几秒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seconds = 3670;
printf("%d分%d秒", seconds / 60, seconds % 60);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3670秒：除以60取整，得61分钟；对60取余，得10秒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拆数字、拆时间，底层全是 / 和 % 这俩搭档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802手算题里凡是"换算单位"的活，思路都一样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赋值运算符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上一节的老朋友，加几个简写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125;            // 老朋友：先算右边，再放左边
score += 5;             // 等于 score = score + 5
score -= 5;             // 等于 score = score - 5
score *= 2;             // 等于 score = score * 2
score /= 2;             // 等于 score = score / 2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+= -= *= /= 都是简写，读法跟 = 一模一样：从右往左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数据结构代码里 count++、length++ 到处都是，先认个脸熟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关系运算符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比较大小，结果是个bool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 b    a &lt; b    a &gt;= b    a &lt;= b
a == b                             // 等于，两个等号！
a != b                             // 不等于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关系运算的结果是上一节讲的bool：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对就是true，错就是false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== 和 = 不是一回事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：=是赋值，==才是比较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写成 a = 3 是往盒子里放3，a == 3 才是问"a是不是3"——混用是初学头号错误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本节难忘时刻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&lt; x &lt; 10 不是你以为的意思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79552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79552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 x &lt; 10       // 从左往右算：先算 0&lt;x，结果再和10比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3924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C语言不能连着写比较，它从左往右一步一步算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8633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0&lt;x 的结果是1或0，再拿1和10比——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1&lt;10 永远成立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3342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你以为在判断范围，其实在判断一句废话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8051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正确写法：x &gt; 0 &amp;&amp; x &lt; 10，用&amp;&amp;把两个条件接起来（下一页就讲）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逻辑运算符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与、或、非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&amp;&amp; b     // 与：两边都为true，结果才true
a || b     // 或：两边有一个true，结果就true
!a         // 非：true变false，false变true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和关系运算一样，逻辑运算的结果也是bool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&amp;&amp;是"并且"，两个条件都满足才算数；||是"或者"，满足一个就行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802伪代码的边界条件全是它：i &gt;= 0 &amp;&amp; i &lt; length 就是"没越界"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自增自减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++ 和 --：给自己加1减1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i++;        // i = i + 1
i--;        // i = i - 1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++就是自己加1，--就是自己减1，没别的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数据结构代码里到处是它：i++、j--、length++ 数都数不过来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i++ 和 ++i 有细微区别，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等真用到了再说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，现在只需要"加1"这个直觉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只记这一句：括号 &gt; 乘除取余 &gt; 加减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+ 3 * 4        // 先算 3 * 4，再加 2，得 14
(2 + 3) * 4      // 有括号先算括号，得 20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优先级不背全表，记住口诀：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括号最大，乘除取余次之，加减最小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拿不准就加括号，多写一对括号不丢人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完整的优先级表等你用到的时候再翻，现在够用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从零写：读入一个整数，拆出个位和十位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任务：写一个完整程序，scanf读入一个整数n，用%和/拆出个位（n%10）、十位（n/10%10），分别打印。分六步：头文件 → main开头 → 声明n并scanf读入 → 算个位十位 → printf打印 → return 0 补花括号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程序长这样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int n;
    scanf("%d", &amp;n);
    printf("个位：%d\n", n % 10);
    printf("十位：%d\n", n / 10 % 10);
    return 0;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输入125，输出：个位5、十位2。%和/配合就是拆数字的组合拳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这节记这四条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整数除法丢小数；取余只能对整数用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x%2判奇偶，x%10取个位，焊死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一个=是动作，两个==是问题；范围判断不能连着写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优先级就一句：括号 &gt; 乘除取余 &gt; 加减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下一节：分支与循环，程序会自己做判断、自己重复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：写一个程序，scanf读入一个整数，打印它的个位和十位（就是课上程序，自己从零敲一遍）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：读入一个整数n，打印 n%2 的值，输入奇数看输出什么，输入偶数看输出什么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719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参考答案在本PPT最后两页，课后自行对照；要求：合上笔记能默写出%的两个用法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int n;
    scanf("%d", &amp;n);
    printf("个位：%d\n", n % 10);
    printf("十位：%d\n", n / 10 % 10);
    return 0;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50566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个位用 n 对 10 取余，十位用 n 先整除 10 再对 10 取余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52754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取余拿个位、整除砍掉个位，是后面拆位数的通用套路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int n;
    scanf("%d", &amp;n);
    printf("%d\n", n % 2);
    return 0;
}
// 输入5输出1（奇数），输入6输出0（偶数）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50566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n 对 2 取余，输入奇数输出 1，输入偶数输出 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52754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任何整数除以 2 的余数只有 0 和 1，正好用来判奇偶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运算符与表达式</dc:title>
  <dc:subject>PptxGenJS Presentation</dc:subject>
  <dc:creator>牙膏学长</dc:creator>
  <cp:lastModifiedBy>牙膏学长</cp:lastModifiedBy>
  <cp:revision>1</cp:revision>
  <dcterms:created xsi:type="dcterms:W3CDTF">2026-09-14T02:08:55Z</dcterms:created>
  <dcterms:modified xsi:type="dcterms:W3CDTF">2026-09-14T02:08:55Z</dcterms:modified>
</cp:coreProperties>
</file>
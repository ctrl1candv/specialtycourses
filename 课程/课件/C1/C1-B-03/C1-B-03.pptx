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第3节 结构体与typedef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描述一个学生，一个变量不够用了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20;
double score = 88.5;
// 这两个变量描述的是同一个人，但代码里它们毫无关系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年龄和成绩明明属于同一个学生，散落的变量却表达不了这层归属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学生多起来更乱：age1、score1、age2、score2，谁跟谁配对全靠记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本节目标：学会把多个属性打包成一个整体，这就是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结构体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struct：把属性打包成一个新类型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{
    int age;          // 成员：年龄
    double score;     // 成员：成绩
};                    // 分号不能丢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struct是关键字，Student是你起的类型名，花括号里列成员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这只是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图纸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：声明了类型，还没有真正的变量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末尾的分号是高频错点，漏了编译器直接报错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造变量与访问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定义结构体变量，用点号访问成员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stu = {20, 88.5};   // 按成员顺序初始化
printf("%d", stu.age);             // 20
stu.score = 90.0;                  // 改成员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stu.age读作stu的age：点号就是从整体里取某个成员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初始化列表按成员声明的顺序对号入座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成员可以像普通变量一样读、改、参与运算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内存布局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结构体在内存里：成员的盒子排成一排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stu.age占4格，stu.score占8格，两格连成一片，就是stu住的地方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结构体变量也有自己的地址，用的是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第一个成员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的编号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整体和成员的关系：一片格子与其中的几格，画图时分清楚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结构体赋值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结构体可以整体赋值：逐成员拷贝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stu2;
stu2 = stu;     // 合法：age和score逐个拷过去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两个同类型结构体之间可以直接赋值，成员一个一个拷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数组做不到这一点：数组不能整体赋给数组，只能逐个元素搬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拷贝完是两份独立的数据，改stu2不影响stu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结构体指针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结构体也有地址：&amp;stu与指向它的指针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*p = &amp;stu;   // p指向stu
printf("%d", (*p).age);     // 先取值再点成员，括号不能丢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指针的老规矩原样适用：&amp;取地址，*取值，p指向stu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(*p).age：先顺着p拿到stu，再取age；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括号必须写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，点号优先级更高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这套写法能用，但每次带括号太啰嗦，下一页给你简写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箭头写法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p-&gt;age：箭头是括号点号的简写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79552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79552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printf("%d", p-&gt;age);    // 等价于 (*p).age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39242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p-&gt;age读作p指向的结构体的age，箭头就是"先取值再点成员"的糖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8633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三种写法一个意思：stu.age、(*p).age、p-&gt;age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3342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代码里箭头出现频率极高，看到箭头先翻译成格子上的箭头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typedef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typedef：给类型起别名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Student Stu;
Stu stu2 = {21, 90.0};     // Stu就是struct Student的别名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typedef给现有类型起个短名字，之后用别名声明变量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结构体名带着struct前缀写起来长，别名让声明变干净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别名和原名完全等价，用哪个编译器都认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typedef与#define：一个是类型别名，一个是文本替换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#define PSTU struct Student是预处理阶段的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文本替换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，只管抄写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typedef是编译器认可的类型别名，参与类型检查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声明类型别名用typedef，#define的老本行是定义常量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兄弟知识点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结构体的邻居：结构体数组、联合、枚举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结构体数组：把多个结构体排成数组，Stu list[10]就是十个学生排一排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联合（union）：多个成员共用同一片格子，同一时间只住一个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枚举（enum）：把一组常量名字排成队，如星期、方向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这三样本课不展开，但你要知道它们存在，读代码碰到别陌生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今天就三件事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struct把多个成员打包成新类型；点号取成员；末尾分号不能丢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结构体有地址，指针指向它；(*p).age带括号，p-&gt;age是简写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typedef给类型起别名，和#define的文本替换是两码事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下一节：动态内存，学malloc怎么在堆上造格子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：定义struct Book（int pages; double price），造一个变量并初始化，用点号打印两个成员，再画内存图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：声明struct Book *p指向它，分别用(*p).pages和p-&gt;pages打印，确认结果一样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要求：合上资料默写结构体定义与p-&gt;age；两道题先纸上后上机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定义、初始化、点号访问
struct Book {
    int pages;
    double price;
};
struct Book bk = {320, 45.5};
printf("%d %.1f\n", bk.pages, bk.price);   // 320 45.5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8188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内存图：pages四格、price八格连成一片标bk，起点编号就是&amp;bk的值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980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初始化按成员声明顺序对号入座，定义末尾分号不能丢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(*p).pages 与 p-&gt;pages 等价
struct Book *p = &amp;bk;
printf("%d\n", (*p).pages);   // 320
printf("%d\n", p-&gt;pages);     // 320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两次打印结果必须相同，不同就是括号或箭头写错了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常见错法：写成*p.pages，点号优先级更高，编译报错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代码省略#include &lt;stdio.h&gt;与main骨架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结构体与typedef</dc:title>
  <dc:subject>PptxGenJS Presentation</dc:subject>
  <dc:creator>牙膏学长</dc:creator>
  <cp:lastModifiedBy>牙膏学长</cp:lastModifiedBy>
  <cp:revision>1</cp:revision>
  <dcterms:created xsi:type="dcterms:W3CDTF">2026-09-02T09:26:57Z</dcterms:created>
  <dcterms:modified xsi:type="dcterms:W3CDTF">2026-09-02T09:26:57Z</dcterms:modified>
</cp:coreProperties>
</file>
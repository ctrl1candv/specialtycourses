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c6f1777ba4428" /><Relationship Type="http://schemas.openxmlformats.org/officeDocument/2006/relationships/extended-properties" Target="/docProps/app.xml" Id="R3e4c76394f0f4aa7" /><Relationship Type="http://schemas.openxmlformats.org/officeDocument/2006/relationships/officeDocument" Target="/ppt/presentation.xml" Id="R59d2d9289cd940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d045778f174011"/>
  </p:sldMasterIdLst>
  <p:notesMasterIdLst>
    <p:notesMasterId xmlns:r="http://schemas.openxmlformats.org/officeDocument/2006/relationships" r:id="R18c2bdf0def14a12"/>
  </p:notesMasterIdLst>
  <p:sldIdLst>
    <p:sldId xmlns:r="http://schemas.openxmlformats.org/officeDocument/2006/relationships" id="256" r:id="Rc162675d24c44ebe"/>
    <p:sldId xmlns:r="http://schemas.openxmlformats.org/officeDocument/2006/relationships" id="257" r:id="R77b0e552307340df"/>
    <p:sldId xmlns:r="http://schemas.openxmlformats.org/officeDocument/2006/relationships" id="258" r:id="R5e8c1f3a03d24372"/>
    <p:sldId xmlns:r="http://schemas.openxmlformats.org/officeDocument/2006/relationships" id="259" r:id="R4afcc814d79d4448"/>
    <p:sldId xmlns:r="http://schemas.openxmlformats.org/officeDocument/2006/relationships" id="260" r:id="R6b1bc5e7b11543a2"/>
    <p:sldId xmlns:r="http://schemas.openxmlformats.org/officeDocument/2006/relationships" id="261" r:id="R87df504746cb441a"/>
    <p:sldId xmlns:r="http://schemas.openxmlformats.org/officeDocument/2006/relationships" id="262" r:id="R86674fc3bbc54a9a"/>
    <p:sldId xmlns:r="http://schemas.openxmlformats.org/officeDocument/2006/relationships" id="263" r:id="Ra9a0aaf5865b4fc2"/>
    <p:sldId xmlns:r="http://schemas.openxmlformats.org/officeDocument/2006/relationships" id="264" r:id="R70ab35f370f4455c"/>
    <p:sldId xmlns:r="http://schemas.openxmlformats.org/officeDocument/2006/relationships" id="265" r:id="R1c4cc1279f884d7b"/>
    <p:sldId xmlns:r="http://schemas.openxmlformats.org/officeDocument/2006/relationships" id="266" r:id="Rab47455f6e6e4cfc"/>
    <p:sldId xmlns:r="http://schemas.openxmlformats.org/officeDocument/2006/relationships" id="267" r:id="R496db24ec38b491e"/>
    <p:sldId xmlns:r="http://schemas.openxmlformats.org/officeDocument/2006/relationships" id="268" r:id="R39118e5cb9e74cd7"/>
    <p:sldId xmlns:r="http://schemas.openxmlformats.org/officeDocument/2006/relationships" id="269" r:id="R5ea3142ff11743a8"/>
    <p:sldId xmlns:r="http://schemas.openxmlformats.org/officeDocument/2006/relationships" id="270" r:id="R58fdafc306414af3"/>
    <p:sldId xmlns:r="http://schemas.openxmlformats.org/officeDocument/2006/relationships" id="271" r:id="R31d33a0be79741b9"/>
    <p:sldId xmlns:r="http://schemas.openxmlformats.org/officeDocument/2006/relationships" id="272" r:id="Rc34179bc1abd4f1e"/>
    <p:sldId xmlns:r="http://schemas.openxmlformats.org/officeDocument/2006/relationships" id="273" r:id="Rf72d6d42720c43f3"/>
    <p:sldId xmlns:r="http://schemas.openxmlformats.org/officeDocument/2006/relationships" id="274" r:id="R5ea8a54120104e48"/>
    <p:sldId xmlns:r="http://schemas.openxmlformats.org/officeDocument/2006/relationships" id="275" r:id="R1230ff199671477d"/>
    <p:sldId xmlns:r="http://schemas.openxmlformats.org/officeDocument/2006/relationships" id="276" r:id="R627a102bec13400c"/>
    <p:sldId xmlns:r="http://schemas.openxmlformats.org/officeDocument/2006/relationships" id="277" r:id="R892caadb88e948ca"/>
    <p:sldId xmlns:r="http://schemas.openxmlformats.org/officeDocument/2006/relationships" id="278" r:id="R52d03ef2ff1c40a9"/>
    <p:sldId xmlns:r="http://schemas.openxmlformats.org/officeDocument/2006/relationships" id="279" r:id="R629f911ae5844f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28e97b605745df" /><Relationship Type="http://schemas.openxmlformats.org/officeDocument/2006/relationships/slideMaster" Target="/ppt/slideMasters/slideMaster1.xml" Id="R9ad045778f174011" /><Relationship Type="http://schemas.openxmlformats.org/officeDocument/2006/relationships/notesMaster" Target="/ppt/notesMasters/notesMaster1.xml" Id="R18c2bdf0def14a12" /><Relationship Type="http://schemas.openxmlformats.org/officeDocument/2006/relationships/presProps" Target="/ppt/presProps.xml" Id="Re63542bfbef54db6" /><Relationship Type="http://schemas.openxmlformats.org/officeDocument/2006/relationships/tableStyles" Target="/ppt/tableStyles.xml" Id="R08ad1f6942274e44" /><Relationship Type="http://schemas.openxmlformats.org/officeDocument/2006/relationships/slide" Target="/ppt/slides/slide1.xml" Id="Rc162675d24c44ebe" /><Relationship Type="http://schemas.openxmlformats.org/officeDocument/2006/relationships/slide" Target="/ppt/slides/slide2.xml" Id="R77b0e552307340df" /><Relationship Type="http://schemas.openxmlformats.org/officeDocument/2006/relationships/slide" Target="/ppt/slides/slide3.xml" Id="R5e8c1f3a03d24372" /><Relationship Type="http://schemas.openxmlformats.org/officeDocument/2006/relationships/slide" Target="/ppt/slides/slide4.xml" Id="R4afcc814d79d4448" /><Relationship Type="http://schemas.openxmlformats.org/officeDocument/2006/relationships/slide" Target="/ppt/slides/slide5.xml" Id="R6b1bc5e7b11543a2" /><Relationship Type="http://schemas.openxmlformats.org/officeDocument/2006/relationships/slide" Target="/ppt/slides/slide6.xml" Id="R87df504746cb441a" /><Relationship Type="http://schemas.openxmlformats.org/officeDocument/2006/relationships/slide" Target="/ppt/slides/slide7.xml" Id="R86674fc3bbc54a9a" /><Relationship Type="http://schemas.openxmlformats.org/officeDocument/2006/relationships/slide" Target="/ppt/slides/slide8.xml" Id="Ra9a0aaf5865b4fc2" /><Relationship Type="http://schemas.openxmlformats.org/officeDocument/2006/relationships/slide" Target="/ppt/slides/slide9.xml" Id="R70ab35f370f4455c" /><Relationship Type="http://schemas.openxmlformats.org/officeDocument/2006/relationships/slide" Target="/ppt/slides/slide10.xml" Id="R1c4cc1279f884d7b" /><Relationship Type="http://schemas.openxmlformats.org/officeDocument/2006/relationships/slide" Target="/ppt/slides/slide11.xml" Id="Rab47455f6e6e4cfc" /><Relationship Type="http://schemas.openxmlformats.org/officeDocument/2006/relationships/slide" Target="/ppt/slides/slide12.xml" Id="R496db24ec38b491e" /><Relationship Type="http://schemas.openxmlformats.org/officeDocument/2006/relationships/slide" Target="/ppt/slides/slide13.xml" Id="R39118e5cb9e74cd7" /><Relationship Type="http://schemas.openxmlformats.org/officeDocument/2006/relationships/slide" Target="/ppt/slides/slide14.xml" Id="R5ea3142ff11743a8" /><Relationship Type="http://schemas.openxmlformats.org/officeDocument/2006/relationships/slide" Target="/ppt/slides/slide15.xml" Id="R58fdafc306414af3" /><Relationship Type="http://schemas.openxmlformats.org/officeDocument/2006/relationships/slide" Target="/ppt/slides/slide16.xml" Id="R31d33a0be79741b9" /><Relationship Type="http://schemas.openxmlformats.org/officeDocument/2006/relationships/slide" Target="/ppt/slides/slide17.xml" Id="Rc34179bc1abd4f1e" /><Relationship Type="http://schemas.openxmlformats.org/officeDocument/2006/relationships/slide" Target="/ppt/slides/slide18.xml" Id="Rf72d6d42720c43f3" /><Relationship Type="http://schemas.openxmlformats.org/officeDocument/2006/relationships/slide" Target="/ppt/slides/slide19.xml" Id="R5ea8a54120104e48" /><Relationship Type="http://schemas.openxmlformats.org/officeDocument/2006/relationships/slide" Target="/ppt/slides/slide20.xml" Id="R1230ff199671477d" /><Relationship Type="http://schemas.openxmlformats.org/officeDocument/2006/relationships/slide" Target="/ppt/slides/slide21.xml" Id="R627a102bec13400c" /><Relationship Type="http://schemas.openxmlformats.org/officeDocument/2006/relationships/slide" Target="/ppt/slides/slide22.xml" Id="R892caadb88e948ca" /><Relationship Type="http://schemas.openxmlformats.org/officeDocument/2006/relationships/slide" Target="/ppt/slides/slide23.xml" Id="R52d03ef2ff1c40a9" /><Relationship Type="http://schemas.openxmlformats.org/officeDocument/2006/relationships/slide" Target="/ppt/slides/slide24.xml" Id="R629f911ae5844f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fad94f8c2c4f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7d674fb15d4d16" /><Relationship Type="http://schemas.openxmlformats.org/officeDocument/2006/relationships/notesMaster" Target="/ppt/notesMasters/notesMaster1.xml" Id="R10150ec500154f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c3aec36ace435f" /><Relationship Type="http://schemas.openxmlformats.org/officeDocument/2006/relationships/notesMaster" Target="/ppt/notesMasters/notesMaster1.xml" Id="R40e570ea0aa04e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ff21aa4f7347fb" /><Relationship Type="http://schemas.openxmlformats.org/officeDocument/2006/relationships/notesMaster" Target="/ppt/notesMasters/notesMaster1.xml" Id="R71d5f67537a64b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71d959faa3470d" /><Relationship Type="http://schemas.openxmlformats.org/officeDocument/2006/relationships/notesMaster" Target="/ppt/notesMasters/notesMaster1.xml" Id="Rc288131509a54e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5977e69e69414e" /><Relationship Type="http://schemas.openxmlformats.org/officeDocument/2006/relationships/notesMaster" Target="/ppt/notesMasters/notesMaster1.xml" Id="R3105ce88680648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e0ebc62f6a4079" /><Relationship Type="http://schemas.openxmlformats.org/officeDocument/2006/relationships/notesMaster" Target="/ppt/notesMasters/notesMaster1.xml" Id="Rd9595623dc2c41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9e51579709486e" /><Relationship Type="http://schemas.openxmlformats.org/officeDocument/2006/relationships/notesMaster" Target="/ppt/notesMasters/notesMaster1.xml" Id="Rbd1b1b778e684e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d203fbdc574f6c" /><Relationship Type="http://schemas.openxmlformats.org/officeDocument/2006/relationships/notesMaster" Target="/ppt/notesMasters/notesMaster1.xml" Id="R4b617bf3534d43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073daf7c024d97" /><Relationship Type="http://schemas.openxmlformats.org/officeDocument/2006/relationships/notesMaster" Target="/ppt/notesMasters/notesMaster1.xml" Id="Ra2c009c1f2d44f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9b0c8be31949df" /><Relationship Type="http://schemas.openxmlformats.org/officeDocument/2006/relationships/notesMaster" Target="/ppt/notesMasters/notesMaster1.xml" Id="Rade93a3335844c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853155d2224f0a" /><Relationship Type="http://schemas.openxmlformats.org/officeDocument/2006/relationships/notesMaster" Target="/ppt/notesMasters/notesMaster1.xml" Id="R9d65e5b7d7e942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969be4155147bd" /><Relationship Type="http://schemas.openxmlformats.org/officeDocument/2006/relationships/notesMaster" Target="/ppt/notesMasters/notesMaster1.xml" Id="Rb825dab5b81546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cc0cc1372e418d" /><Relationship Type="http://schemas.openxmlformats.org/officeDocument/2006/relationships/notesMaster" Target="/ppt/notesMasters/notesMaster1.xml" Id="Rf38867a8740740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ae038de1674b9e" /><Relationship Type="http://schemas.openxmlformats.org/officeDocument/2006/relationships/notesMaster" Target="/ppt/notesMasters/notesMaster1.xml" Id="R6884d29496a140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ad71b90df447dd" /><Relationship Type="http://schemas.openxmlformats.org/officeDocument/2006/relationships/notesMaster" Target="/ppt/notesMasters/notesMaster1.xml" Id="R20121f4facbc4a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59db9ff8044310" /><Relationship Type="http://schemas.openxmlformats.org/officeDocument/2006/relationships/notesMaster" Target="/ppt/notesMasters/notesMaster1.xml" Id="Rdf555abc0a114a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f5bf7ae8624a4e" /><Relationship Type="http://schemas.openxmlformats.org/officeDocument/2006/relationships/notesMaster" Target="/ppt/notesMasters/notesMaster1.xml" Id="R0fc99339ee0c48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8245f9c1cb4885" /><Relationship Type="http://schemas.openxmlformats.org/officeDocument/2006/relationships/notesMaster" Target="/ppt/notesMasters/notesMaster1.xml" Id="R28892f1fe40340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af979ecc654dfc" /><Relationship Type="http://schemas.openxmlformats.org/officeDocument/2006/relationships/notesMaster" Target="/ppt/notesMasters/notesMaster1.xml" Id="R14d6d08fd2fa43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5bbf65c76a349eb" /><Relationship Type="http://schemas.openxmlformats.org/officeDocument/2006/relationships/notesMaster" Target="/ppt/notesMasters/notesMaster1.xml" Id="R7449eb33db104f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9115b6945a4393" /><Relationship Type="http://schemas.openxmlformats.org/officeDocument/2006/relationships/notesMaster" Target="/ppt/notesMasters/notesMaster1.xml" Id="R9e0ad392eef3488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bc4c1cc0824bab" /><Relationship Type="http://schemas.openxmlformats.org/officeDocument/2006/relationships/notesMaster" Target="/ppt/notesMasters/notesMaster1.xml" Id="Rd71ad6d1bf784d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87e777ec61f48a9" /><Relationship Type="http://schemas.openxmlformats.org/officeDocument/2006/relationships/notesMaster" Target="/ppt/notesMasters/notesMaster1.xml" Id="Rcaff97e261d5423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3414fcc187e44ee" /><Relationship Type="http://schemas.openxmlformats.org/officeDocument/2006/relationships/notesMaster" Target="/ppt/notesMasters/notesMaster1.xml" Id="R7c7490197d964a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同学们好。这节从完整题目出发，把读题、推演和答案书写连起来。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在开始之前先简单介绍一下，伴梦研途是专门做重邮考研的机构，想要获取更多课程资料、答疑以及后续的课程安排，都可以在伴梦研途的QQ群里获取，需要的同学可以加一下。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这几类问题共享拓扑概念，但不应一律把完整拓扑排序重写一遍。先看是生成、验证还是局部更新判断，再选信息最少的实现。原图不允许修改时，也不要为了调用熟悉代码而删除顶点和弧。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如果题面已经保证序列是顶点排列，合法性循环可简写；回忆原文未完整列出这项条件，本讲保留验证。只检查边不够：无边图上的重复序列也可能通过所有边检查。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判断这张无边图的候选序列。弧检查循环一次都不执行，不能据此推出序列合法。pos初始为−1，首次看到顶点0后写入位置，再次看到0便可发现重复。长度已经等于V时，只要每项合法且互异，就自动包含全部顶点，不必再多写一次遗漏检查。这是合法性代码能够简短又完整的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序列下标和顶点编号都是整数，最常见错误是直接比较u&lt;v。拓扑序关心它们出现在候选序列的哪个位置。填pos时用pos[order[i]]=i，把“第i个是谁”转换成“某顶点在第几位”。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顶点编号沿用题目，不能因为顺序变化就重新编号。序列第0位放顶点1，所以pos[1]=0；序列第1位放顶点0，所以pos[0]=1。接着拿弧1到2核对：需要比较0与3，不能比较顶点编号1与2。把这个逆向索引先写成表或标在图旁，再写赋值语句，可以减少把pos[i]误写成order[i]的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本题V≥1。pos初值−1表示尚未出现。先查x范围，再读pos[x]，依赖短路求值防止越界。长度V、编号合法且互异，三者合起来已经保证每个顶点都出现，不必再找遗漏顶点。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一条弧逆序就足以否定候选排列。自环的两个位置相等，也会失败。有环图不可能让环上每条弧都严格向后，所以本判定不需要另写一次环检测。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思想段写清排列条件和边条件就足够，无须泛泛介绍拓扑排序定义。这里原图不一定无环，但如果输入有环，代码会返回假。与下一题不同，下一题把原图DAG和原序合法作为已知条件。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思想说明的顺序与代码一致，方便检查每个条件是否真正落实。最后一句返回真必须建立在排列与边条件全部通过之后，不能只说“没有发现环”。本题没有要求生成新序列，因此不用另外实现Kahn排序。若输入图含环，严格递增的位置条件不可能沿着环回到起点，边检查自然会否定它；答案中用这一句话解释充分性即可，不需要重复完整的拓扑排序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先把三个结果写成互斥分支。原序失效不等于图成环，因此只有检查u、v相对位置还不够。题目只问分类，没要求重排；实现时不要多做一整套排序和输出工作。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反例专门拆开两个判断。旧序失效只说明新弧与这一个排列冲突，图可能还有其他合法排列。先看到1到0逆序，就直接返回CYCLE，会把需要重排的正常情况错判为成环。题目只要求三类状态，不要求把新顺序算出来；课堂写出1、0、2、3是为了证明本例无环，不必因此在最终代码额外增加重排函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新出现的环一定包含新弧，因为原图没有环。把新弧拿掉后，环上剩余部分正好是一条从v回到u的原图路径。这个推导同时给出了必须搜索的方向；从u查v会把方向弄反。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明分两边。若原图有v到u的路径，加上u到v就得到环。反过来，若新增后出现环，这个环必定包含新增弧，否则原图早就有环；拿掉新增弧，就得到v到u的原图路径。因此搜索方向由证明确定，不是凭记忆挑u或v。图中应从0搜索3，若误从3搜索0，原图找不到路径，反而会漏掉这个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对1到0这条新弧，重排后的合法顺序可取1、0、2、3，但题目不要求给出。让学生明确“需要重排”是第三类图结构状态里的正常情况，不应该作为失败或成环处理。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假设位置较后的v还能走到较前的u。沿着这条原图路径，每一步的位置都应变大，最后却到了更小的位置，产生矛盾。因此顺序一致分支可以直接结束。这个推导解释了代码为什么把位置比较放在分配seen和DFS之前，省去不需要的搜索。自环应先单独判断，因为两个端点位置相等不会落入顺序一致分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这次仅问能否到达target，没有必须经过其他点或指定长度的限制，所以seen不用回溯撤销。每个已访问顶点的后继可达性已经搜索过，其他前缀无须再展开。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只查询u和v两个位置，可以扫描sigma用两个整数保存，而不必建整张pos数组。sigma合法与端点编号合法都由题目保证，这使pu和pv一定被赋值。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搜索在原图上进行，方向从v到u；未真的插入新弧，也没有删除任何边。枚举三类返回前释放seen。与上一节路径回溯相比，这里每个顶点最多展开一次，复杂度重新回到线性。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段说明把三个输出、判断依据和查询对象都写清楚了。代码不要先插入新弧再随意搜索，否则读者需要额外确认你搜索的到底是哪张图。当前实现保持G不变，用reachable返回布尔结果即可。复杂度应写最坏位置扫描加一次DFS为O(V+E)，seen与递归栈为O(V)；若补充分支分析，自环是常数时间，顺序一致分支只需要扫描序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不能把整题时间只写成DFS，因为存在不搜索的分支；也不能只看位置扫描而漏掉搜索。最坏量级取完整可能执行路径。递归实现比迭代栈简短，但空间仍包含调用栈。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条前缀虽然不同，但从x开始要查的都是能否到u，允许使用的后继也相同。第一次已经把x和y搜索完，第二次没有新的子问题，因此seen保持为1。上一课的简单路径枚举会受到当前路径已用顶点的限制，不能照搬这一结论。这里每个顶点只展开一次，每条邻接表弧只检查一次，所以时间可以写O(V+E)。用本例能说明复杂度来自什么工作被避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第一问刻意使用非法序列：顶点2出现在0之前，违反0到2。但图中所有弧的编号都从小到大，错误地比较u&lt;v会全部通过。第二问对应无环重排的反例。第三问要求根据新弧方向重新说出要查询的是原图0能否到3。每问必须指出实际违反的条件，不能只回答“应该比较位置”而不给输入上的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此页供学生核对，不口播。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2ee9b468c4c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353e7ee0145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465b775e744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16d00a30c4c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d4aaed41742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a2bbcefd74f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F2ADE5-147D-467A-9169-B2714098B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317410-B7FE-4B22-9B34-0293412708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DF2B58-4F9A-47CD-B37C-3212AF6611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332563-7417-4747-BBF0-E35F54794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68C204-2753-4E1E-B899-DD92462B85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ABCE7E-ADF0-47AD-9B84-04B76779BD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94FACD-22E5-4340-B3EC-23AF2CD466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2B9455-B484-4C37-B781-6A46672172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463AC5-0BAC-4044-A527-B943A5598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2566C7-CB79-42A9-8310-C4C63D00DE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20a29d28ad4fcc" /><Relationship Type="http://schemas.openxmlformats.org/officeDocument/2006/relationships/slideLayout" Target="/ppt/slideLayouts/slideLayout1.xml" Id="Rc8e53fed5b974914" /><Relationship Type="http://schemas.openxmlformats.org/officeDocument/2006/relationships/slideLayout" Target="/ppt/slideLayouts/slideLayout2.xml" Id="R27c82aae87eb4309" /><Relationship Type="http://schemas.openxmlformats.org/officeDocument/2006/relationships/slideLayout" Target="/ppt/slideLayouts/slideLayout3.xml" Id="Rd3bf6d3235dd4076" /><Relationship Type="http://schemas.openxmlformats.org/officeDocument/2006/relationships/slideLayout" Target="/ppt/slideLayouts/slideLayout4.xml" Id="R660653a33e3747b5" /><Relationship Type="http://schemas.openxmlformats.org/officeDocument/2006/relationships/slideLayout" Target="/ppt/slideLayouts/slideLayout5.xml" Id="R63ee5e58e3614280" /><Relationship Type="http://schemas.openxmlformats.org/officeDocument/2006/relationships/slideLayout" Target="/ppt/slideLayouts/slideLayout6.xml" Id="R93a5708494d248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e53fed5b974914"/>
    <p:sldLayoutId xmlns:r="http://schemas.openxmlformats.org/officeDocument/2006/relationships" id="2147483650" r:id="R27c82aae87eb4309"/>
    <p:sldLayoutId xmlns:r="http://schemas.openxmlformats.org/officeDocument/2006/relationships" id="2147483651" r:id="Rd3bf6d3235dd4076"/>
    <p:sldLayoutId xmlns:r="http://schemas.openxmlformats.org/officeDocument/2006/relationships" id="2147483652" r:id="R660653a33e3747b5"/>
    <p:sldLayoutId xmlns:r="http://schemas.openxmlformats.org/officeDocument/2006/relationships" id="2147483653" r:id="R63ee5e58e3614280"/>
    <p:sldLayoutId xmlns:r="http://schemas.openxmlformats.org/officeDocument/2006/relationships" id="2147483654" r:id="R93a5708494d248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03091fb5f4ccd" /><Relationship Type="http://schemas.openxmlformats.org/officeDocument/2006/relationships/image" Target="/ppt/media/image.jpeg" Id="Rd10221fa4392467a" /><Relationship Type="http://schemas.openxmlformats.org/officeDocument/2006/relationships/notesSlide" Target="/ppt/notesSlides/notesSlide1.xml" Id="R0a59e9bb651f4d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a7fab6c0a4df5" /><Relationship Type="http://schemas.openxmlformats.org/officeDocument/2006/relationships/image" Target="/ppt/media/image2.jpeg" Id="Rd33c11b6ae9a42ab" /><Relationship Type="http://schemas.openxmlformats.org/officeDocument/2006/relationships/notesSlide" Target="/ppt/notesSlides/notesSlide2.xml" Id="R274e146f82cc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427a34b524902" /><Relationship Type="http://schemas.openxmlformats.org/officeDocument/2006/relationships/image" Target="/ppt/media/image3.jpeg" Id="Rcad8a37307584c99" /><Relationship Type="http://schemas.openxmlformats.org/officeDocument/2006/relationships/notesSlide" Target="/ppt/notesSlides/notesSlide3.xml" Id="Rd05eb2b8e43d43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41bb3f68e4858" /><Relationship Type="http://schemas.openxmlformats.org/officeDocument/2006/relationships/image" Target="/ppt/media/image4.jpeg" Id="R4be6851b89f74fbe" /><Relationship Type="http://schemas.openxmlformats.org/officeDocument/2006/relationships/notesSlide" Target="/ppt/notesSlides/notesSlide4.xml" Id="R94f895bbf6a24f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5827e9a624a47" /><Relationship Type="http://schemas.openxmlformats.org/officeDocument/2006/relationships/image" Target="/ppt/media/image5.jpeg" Id="Rdc98c45abdf341bc" /><Relationship Type="http://schemas.openxmlformats.org/officeDocument/2006/relationships/notesSlide" Target="/ppt/notesSlides/notesSlide5.xml" Id="R136e0935883048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73c30b6bd43df" /><Relationship Type="http://schemas.openxmlformats.org/officeDocument/2006/relationships/image" Target="/ppt/media/image6.jpeg" Id="Rf88150c4163a41a8" /><Relationship Type="http://schemas.openxmlformats.org/officeDocument/2006/relationships/notesSlide" Target="/ppt/notesSlides/notesSlide6.xml" Id="R8a2a9d18685748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d088db26e48b0" /><Relationship Type="http://schemas.openxmlformats.org/officeDocument/2006/relationships/image" Target="/ppt/media/image7.jpeg" Id="R092cf071b3c14b27" /><Relationship Type="http://schemas.openxmlformats.org/officeDocument/2006/relationships/notesSlide" Target="/ppt/notesSlides/notesSlide7.xml" Id="Rf940f0e20f2f4c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9040780f14d6f" /><Relationship Type="http://schemas.openxmlformats.org/officeDocument/2006/relationships/image" Target="/ppt/media/image8.jpeg" Id="Rff81fd1fee6e40ea" /><Relationship Type="http://schemas.openxmlformats.org/officeDocument/2006/relationships/notesSlide" Target="/ppt/notesSlides/notesSlide8.xml" Id="Rfaf0b19b36344d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54762579d4c55" /><Relationship Type="http://schemas.openxmlformats.org/officeDocument/2006/relationships/image" Target="/ppt/media/image9.jpeg" Id="Rf45787f1bc064e0b" /><Relationship Type="http://schemas.openxmlformats.org/officeDocument/2006/relationships/notesSlide" Target="/ppt/notesSlides/notesSlide9.xml" Id="R8dfa3ecad97841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8d7b8d65e471f" /><Relationship Type="http://schemas.openxmlformats.org/officeDocument/2006/relationships/image" Target="/ppt/media/image10.jpeg" Id="R53052e455fee42fc" /><Relationship Type="http://schemas.openxmlformats.org/officeDocument/2006/relationships/notesSlide" Target="/ppt/notesSlides/notesSlide10.xml" Id="R955a0942df9545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16c20be4e4d26" /><Relationship Type="http://schemas.openxmlformats.org/officeDocument/2006/relationships/image" Target="/ppt/media/image11.jpeg" Id="R00502146adc44dc6" /><Relationship Type="http://schemas.openxmlformats.org/officeDocument/2006/relationships/notesSlide" Target="/ppt/notesSlides/notesSlide11.xml" Id="R2b415a6961da4b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d8732719249b3" /><Relationship Type="http://schemas.openxmlformats.org/officeDocument/2006/relationships/image" Target="/ppt/media/image12.jpeg" Id="R8292ad4173b74c83" /><Relationship Type="http://schemas.openxmlformats.org/officeDocument/2006/relationships/notesSlide" Target="/ppt/notesSlides/notesSlide12.xml" Id="R5956a023deeb49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4376cacc5438a" /><Relationship Type="http://schemas.openxmlformats.org/officeDocument/2006/relationships/image" Target="/ppt/media/image13.jpeg" Id="R6bfe839ca3614a4b" /><Relationship Type="http://schemas.openxmlformats.org/officeDocument/2006/relationships/notesSlide" Target="/ppt/notesSlides/notesSlide13.xml" Id="R543504e4aed24f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e5410f2e34503" /><Relationship Type="http://schemas.openxmlformats.org/officeDocument/2006/relationships/image" Target="/ppt/media/image14.jpeg" Id="R0bce7c23c5e4466e" /><Relationship Type="http://schemas.openxmlformats.org/officeDocument/2006/relationships/notesSlide" Target="/ppt/notesSlides/notesSlide14.xml" Id="R1958fbf386cc4b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8dfcd74c54cc9" /><Relationship Type="http://schemas.openxmlformats.org/officeDocument/2006/relationships/image" Target="/ppt/media/image15.jpeg" Id="R46511bdce40148f0" /><Relationship Type="http://schemas.openxmlformats.org/officeDocument/2006/relationships/notesSlide" Target="/ppt/notesSlides/notesSlide15.xml" Id="Rad26e1b6c4a042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30038845e4c05" /><Relationship Type="http://schemas.openxmlformats.org/officeDocument/2006/relationships/image" Target="/ppt/media/image16.jpeg" Id="Rabd5aa6c9cc941d0" /><Relationship Type="http://schemas.openxmlformats.org/officeDocument/2006/relationships/notesSlide" Target="/ppt/notesSlides/notesSlide16.xml" Id="R69085c0f57604f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a5b248a3e94caf" /><Relationship Type="http://schemas.openxmlformats.org/officeDocument/2006/relationships/image" Target="/ppt/media/image17.jpeg" Id="R3118495902084141" /><Relationship Type="http://schemas.openxmlformats.org/officeDocument/2006/relationships/notesSlide" Target="/ppt/notesSlides/notesSlide17.xml" Id="R0fb5ebe45fc64e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049dd1db74dc3" /><Relationship Type="http://schemas.openxmlformats.org/officeDocument/2006/relationships/image" Target="/ppt/media/image18.jpeg" Id="R87093cd409aa48dd" /><Relationship Type="http://schemas.openxmlformats.org/officeDocument/2006/relationships/notesSlide" Target="/ppt/notesSlides/notesSlide18.xml" Id="R3146a99efd7746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0570493984835" /><Relationship Type="http://schemas.openxmlformats.org/officeDocument/2006/relationships/image" Target="/ppt/media/image19.jpeg" Id="Re4a78621fff44b48" /><Relationship Type="http://schemas.openxmlformats.org/officeDocument/2006/relationships/notesSlide" Target="/ppt/notesSlides/notesSlide19.xml" Id="R1ddc28eea05846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40fb953e54f40" /><Relationship Type="http://schemas.openxmlformats.org/officeDocument/2006/relationships/image" Target="/ppt/media/image20.jpeg" Id="R5d2f761a9415488c" /><Relationship Type="http://schemas.openxmlformats.org/officeDocument/2006/relationships/notesSlide" Target="/ppt/notesSlides/notesSlide20.xml" Id="R066b5523c8d34d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0ba21ff4342ac" /><Relationship Type="http://schemas.openxmlformats.org/officeDocument/2006/relationships/image" Target="/ppt/media/image21.jpeg" Id="R91319a16357b4c77" /><Relationship Type="http://schemas.openxmlformats.org/officeDocument/2006/relationships/notesSlide" Target="/ppt/notesSlides/notesSlide21.xml" Id="R100ccafadecd4d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d7542532f8464b" /><Relationship Type="http://schemas.openxmlformats.org/officeDocument/2006/relationships/image" Target="/ppt/media/image22.jpeg" Id="R82b6dc1590b747e4" /><Relationship Type="http://schemas.openxmlformats.org/officeDocument/2006/relationships/notesSlide" Target="/ppt/notesSlides/notesSlide22.xml" Id="Rcb71dbd4a9eb49e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27175a1cf476c" /><Relationship Type="http://schemas.openxmlformats.org/officeDocument/2006/relationships/image" Target="/ppt/media/image23.jpeg" Id="Rd7b3cc1734674671" /><Relationship Type="http://schemas.openxmlformats.org/officeDocument/2006/relationships/notesSlide" Target="/ppt/notesSlides/notesSlide23.xml" Id="R6891c8c69662438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0a676d56c472e" /><Relationship Type="http://schemas.openxmlformats.org/officeDocument/2006/relationships/image" Target="/ppt/media/image24.jpeg" Id="R47071842b8d446ef" /><Relationship Type="http://schemas.openxmlformats.org/officeDocument/2006/relationships/notesSlide" Target="/ppt/notesSlides/notesSlide24.xml" Id="Rc6572bcb8c6a4f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81BA2-3D08-406D-BF29-46D055FF6D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221fa439246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72D9877-39C8-4AF5-8A5B-F34666EE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重邮802 数据结构代码课程</a:t>
            </a:r>
          </a:p>
        </p:txBody>
      </p:sp>
      <p:sp>
        <p:nvSpPr>
          <p:cNvPr id="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79448EC-AF5A-4503-A3F2-3E339965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数据结构冲刺阶段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DEA296E-5DD7-48C6-8EB1-DE9EA96C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74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拓扑约束题的分析与作答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9BF498E-8A08-48CF-9632-A52F6930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主讲：牙膏学长 ｜ 资料答疑：伴梦研途QQ群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7814819-EBC7-4254-9CA5-5804E75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12115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48484-D4DA-41F6-AD4C-F7B70FA3F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c11b6ae9a42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A7CD8E9-5F60-4EB5-8B75-CBA8DAC8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EB95033-DD95-449D-8C94-B00A2596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从题目目标选择已有工具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1CE6C-1F68-4A35-A7A3-00BF018320C0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24425"/>
                <a:gridCol w="5819775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题目要求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求一个拓扑序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生成满足全部弧方向的排列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验证给定序列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检查排列与每条弧的先后关系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新增弧后的原序是否合法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只需比较两个端点的位置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新增弧是否成环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检查原图反向可达性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CF39FC4-68CC-4A45-BC87-59EA87BB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43381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B1CD4-DEBE-4835-BC96-6CDDD5842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8a37307584c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EDBD4B4-D562-40A9-9AA8-81D84EA8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9B2E109-8DCA-4F86-8673-6F395E17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2026 算法题：验证给定拓扑序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64BEDBC-4204-421B-BBED-CC1AF9B4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有向图用邻接表存储，顶点编号0…V−1。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DA188BA-4613-4341-B911-7A9F73F9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给定长度为 V 的整数序列 order，判断它是否是完整拓扑序。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8D27B00-DFA8-42CA-9781-302E2E91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序列必须恰好包含每个顶点一次。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097D61F-044E-4078-B55A-38501CBC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对每条弧 u→v，u 在序列中的位置必须早于 v。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9F63D91-F0D2-47F9-ACC1-B7553D16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78001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43453-970B-49EC-9205-96EC7AFB51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6851b89f74f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D19D116-5297-4B83-8868-45D94564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77B7736-A9B4-482F-A12D-56C5725A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无边图也需要检查顶点排列</a:t>
            </a:r>
          </a:p>
        </p:txBody>
      </p:sp>
      <p:sp>
        <p:nvSpPr>
          <p:cNvPr id="4" name="Diagram node 0">
            <a:extLst xmlns:a="http://schemas.openxmlformats.org/drawingml/2006/main">
              <a:ext uri="{FF2B5EF4-FFF2-40B4-BE49-F238E27FC236}">
                <a16:creationId xmlns:a16="http://schemas.microsoft.com/office/drawing/2014/main" id="{568266B5-E84A-4D0D-BD96-577D395B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502" y="300228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" name="Diagram node 1">
            <a:extLst xmlns:a="http://schemas.openxmlformats.org/drawingml/2006/main">
              <a:ext uri="{FF2B5EF4-FFF2-40B4-BE49-F238E27FC236}">
                <a16:creationId xmlns:a16="http://schemas.microsoft.com/office/drawing/2014/main" id="{1456FA6F-9941-4A29-9D39-B9646024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0228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Diagram node 2">
            <a:extLst xmlns:a="http://schemas.openxmlformats.org/drawingml/2006/main">
              <a:ext uri="{FF2B5EF4-FFF2-40B4-BE49-F238E27FC236}">
                <a16:creationId xmlns:a16="http://schemas.microsoft.com/office/drawing/2014/main" id="{0F1EAAF9-5F0B-4AD3-A4B2-1445A624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198" y="300228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DBE875C-F076-43AC-A08A-9D294B57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原图没有弧，候选序列为0、0、2。检查所有弧会直接通过，但顶点1缺失。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7D6A6D2-CF93-4408-8770-D3C0E80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长度为V、编号合法、互不重复，三项共同保证完整排列。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3D63418-F2E6-4B7A-A1A8-239F4DDC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73696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1911C-E1F2-4838-A258-4563864956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8c45abdf341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2F03046-1B23-454B-9652-6E676C6D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5B7DC97-D5E3-4211-94F6-F4C331D7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位置数组把先后关系变成比较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3568A-E784-4D7D-BD49-F855A4183C58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33328"/>
                <a:gridCol w="7210872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图的弧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0→2，1→2，1→3，2→4，3→4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候选序列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1，0，3，2，4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pos[0…4]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1，0，3，2，4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 1→3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pos[1]=0 &lt; pos[3]=2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 2→4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pos[2]=3 &lt; pos[4]=4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全部弧符合先后关系，序列合法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0178CE4-6EDA-4E70-B08D-D336A0F1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643206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6E6D8-5CCA-4A5F-9DE2-E2006D2A63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150c4163a41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CA4E9F6-6023-4800-A89C-6EADCBE1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D25C801-1943-4A85-86A4-1B297F52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比较弧两端在序列中的位置</a:t>
            </a:r>
          </a:p>
        </p:txBody>
      </p:sp>
      <p:sp>
        <p:nvSpPr>
          <p:cNvPr id="4" name="Diagram node 1">
            <a:extLst xmlns:a="http://schemas.openxmlformats.org/drawingml/2006/main">
              <a:ext uri="{FF2B5EF4-FFF2-40B4-BE49-F238E27FC236}">
                <a16:creationId xmlns:a16="http://schemas.microsoft.com/office/drawing/2014/main" id="{0E08919D-71E6-4359-A06E-9EFD0EE1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718" y="248221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Diagram node 0">
            <a:extLst xmlns:a="http://schemas.openxmlformats.org/drawingml/2006/main">
              <a:ext uri="{FF2B5EF4-FFF2-40B4-BE49-F238E27FC236}">
                <a16:creationId xmlns:a16="http://schemas.microsoft.com/office/drawing/2014/main" id="{80C94358-8183-4F3E-B670-9C0435D2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718" y="3990404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" name="Diagram node 3">
            <a:extLst xmlns:a="http://schemas.openxmlformats.org/drawingml/2006/main">
              <a:ext uri="{FF2B5EF4-FFF2-40B4-BE49-F238E27FC236}">
                <a16:creationId xmlns:a16="http://schemas.microsoft.com/office/drawing/2014/main" id="{F5B386E0-340D-432E-9BFF-5B2AE7BC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314" y="248221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Diagram node 2">
            <a:extLst xmlns:a="http://schemas.openxmlformats.org/drawingml/2006/main">
              <a:ext uri="{FF2B5EF4-FFF2-40B4-BE49-F238E27FC236}">
                <a16:creationId xmlns:a16="http://schemas.microsoft.com/office/drawing/2014/main" id="{1358BCFA-ED9C-4BFB-90BE-78E4BED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314" y="3990404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Diagram node 4">
            <a:extLst xmlns:a="http://schemas.openxmlformats.org/drawingml/2006/main">
              <a:ext uri="{FF2B5EF4-FFF2-40B4-BE49-F238E27FC236}">
                <a16:creationId xmlns:a16="http://schemas.microsoft.com/office/drawing/2014/main" id="{C608EE30-A741-4E0D-ADA8-78AE3641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946" y="3236309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8CB29-28D8-4187-B732-8420D5840804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811018" y="4238054"/>
            <a:ext cx="313029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87517-E081-4CB9-9638-316E7275D505}"/>
              </a:ext>
            </a:extLst>
          </p:cNvPr>
          <p:cNvCxnSpPr>
            <a:stCxn xmlns:a="http://schemas.openxmlformats.org/drawingml/2006/main" id="4" idx="5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738483" y="2904980"/>
            <a:ext cx="3202831" cy="133307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735AF-CD40-4762-B45A-70AA7772150C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811018" y="2729865"/>
            <a:ext cx="313029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C72DF-1789-4711-9229-47CDFFFD7FBD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436614" y="3483959"/>
            <a:ext cx="3037332" cy="7540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16841-90BA-46F7-A10E-1ED610167543}"/>
              </a:ext>
            </a:extLst>
          </p:cNvPr>
          <p:cNvCxnSpPr>
            <a:stCxn xmlns:a="http://schemas.openxmlformats.org/drawingml/2006/main" id="6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6436614" y="2729865"/>
            <a:ext cx="3037332" cy="75409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508A915-FADF-40E1-B43F-5C3F2E8D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213931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pos=0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B325284-6D20-43C7-B3B9-31F44283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4552379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pos=1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4E43912-A9F4-4BBB-9FFC-D7E8C53B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089" y="213931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pos=2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1014B33-9169-41A8-B6F0-3F5338E0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089" y="4552379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pos=3</a:t>
            </a:r>
          </a:p>
        </p:txBody>
      </p: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F3BC690-D869-4D8E-8464-B4D28389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721" y="3948684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pos=4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47D7946-C45B-4DC7-B39C-AA892310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候选序列为1、0、3、2、4。每条弧都从较小的pos指向较大的pos。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E9A97D4-B972-44C1-8206-48416BCC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pos[order[i]]=i把“第i位是谁”转换为“这个顶点在第几位”。</a:t>
            </a:r>
          </a:p>
        </p:txBody>
      </p:sp>
      <p:sp>
        <p:nvSpPr>
          <p:cNvPr id="2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75C80EF-DACB-4517-824D-C2D4E9C4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968474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62A95-497D-47DA-8F53-A6BD956E86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cf071b3c14b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F88AF3B-8499-4902-8ACE-3C865BFF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8B889C4-CB51-4904-A45D-57AD47AA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验证拓扑序的实现（1/2）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AD5F8-6FA3-40AD-838F-D905EBEF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07471-9C59-4CBA-85CA-DF71CD8B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53F9490-2938-47F8-8257-F3E2D7D8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bool isTopo(const Graph *G,const int order[])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*pos=(int*)malloc(G-&gt;V*sizeof(int));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(pos==NULL) abort();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 (int i=0;i&lt;G-&gt;V;++i) pos[i]=-1;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 (int i=0;i&lt;G-&gt;V;++i)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int x=order[i];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 (x&lt;0 || x&gt;=G-&gt;V || pos[x]!=-1)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free(pos); return 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pos[x]=i;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2990CC0-0235-4152-BB4A-1E703B0A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993704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8CB9D-BCCE-49AD-982F-7244D4922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1fd1fee6e40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93D4F01-9147-41D8-8CAA-5D6D79BA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C6B1024-5961-46AA-AC5B-2CACD0C8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验证拓扑序的实现（2/2）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659E5-CA0D-4B1D-8C57-F67891FD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F4A35-034F-40A9-9730-473A652F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369A32D-51C4-48EA-8A93-79C4CC43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 (int u=0;u&lt;G-&gt;V;++u)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for (const Arc *e=G-&gt;head[u];e!=NULL;e=e-&gt;next)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if (pos[u]&gt;=pos[e-&gt;to])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    free(pos); return 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free(pos); return true;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FB1EB42-27D1-48AE-9BD7-EAE43E2B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33364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FEB21-AD09-4996-8668-F730463749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787f1bc064e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9FF6392-79F9-4504-A2AF-CF83E1E5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1E16C43-EABA-4E8A-AA4A-7CC7249E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验证题的完整答案应交代充分性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E749665-4AAB-4D04-BF09-B261811E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必要性：拓扑序必须让每条弧的起点先于终点。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65A2A85-8048-4419-B8EB-B76CA06D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充分性：若序列是全部顶点的排列且每条弧都向后，它就是拓扑序。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9F3A44A-9FDF-4FC0-9318-A33D1FD9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 O(V+E)：构造位置表后，每条弧只检查一次。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063DCD2-2F62-4521-A01C-C7E6E3AA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辅助空间 O(V)：位置数组；不修改原图。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4C7030B-E870-44E2-80EC-108F729F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520629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D8C72-55D4-4849-B195-9E657BD9C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52e455fee42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248B516-7270-46C6-8066-523B9B46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3644F52-E145-469F-80A1-759C10A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验证拓扑序的思想段与代码对应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E72560E-6721-4863-A8F4-8E856131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建立顶点位置表，并检查候选序列的编号范围与重复情况。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C8EF0F6-B3FC-45FC-A628-94C527CE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遍历邻接表中的每条弧u到v，若pos[u]≥pos[v]则返回假。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018E151-42E3-4B10-8225-6618B46B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若排列合法且所有弧均符合先后关系，返回真。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D7EA8F9-3CCB-420C-A616-41D62DFB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构造位置表O(V)，检查全部弧O(E)，辅助位置表O(V)。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9CD374B-564E-4242-967B-07800697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67361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CD83E-8908-46CD-AAB9-517FE39F45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02146adc44d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1D36B31-2FB5-4FB9-9F2E-CE5FC791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5FF0581-BCE7-413B-B091-63E7E5DF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模拟卷六：新增一条弧后三种状态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77814C5-3B19-422F-A6A1-A09A8B2A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原图为 DAG，sigma 已验证为合法完整拓扑序。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5D6281D-1A25-4648-A709-34E1D309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计划增加原图不存在的弧 u→v，允许 u=v；检查时不修改 G。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F3FA159-0295-4716-AA62-A820E2B1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返回：原序仍可用、需要重排但仍无环、已经成环。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0C0E3C9-C3E7-4650-B86E-5BE1B128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不要求输出新拓扑序；时间和空间按当前实现分析。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4871DD0-C726-46A4-810A-888E40E0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129735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C3D67-E20A-4473-A603-E4CE9191C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2ad4173b74c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97D8EA6-D672-484F-8780-C6E450DC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F2F7EB7-BB38-4344-82E1-BD104355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原序失效仍可能找到另一个合法顺序</a:t>
            </a:r>
          </a:p>
        </p:txBody>
      </p:sp>
      <p:sp>
        <p:nvSpPr>
          <p:cNvPr id="4" name="Diagram node 0">
            <a:extLst xmlns:a="http://schemas.openxmlformats.org/drawingml/2006/main">
              <a:ext uri="{FF2B5EF4-FFF2-40B4-BE49-F238E27FC236}">
                <a16:creationId xmlns:a16="http://schemas.microsoft.com/office/drawing/2014/main" id="{E178E4D6-A08B-4ABA-8BE5-F1E61E18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538" y="2430209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" name="Diagram node 1">
            <a:extLst xmlns:a="http://schemas.openxmlformats.org/drawingml/2006/main">
              <a:ext uri="{FF2B5EF4-FFF2-40B4-BE49-F238E27FC236}">
                <a16:creationId xmlns:a16="http://schemas.microsoft.com/office/drawing/2014/main" id="{586499EE-2885-4F4E-8120-3DCCA594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538" y="404241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Diagram node 2">
            <a:extLst xmlns:a="http://schemas.openxmlformats.org/drawingml/2006/main">
              <a:ext uri="{FF2B5EF4-FFF2-40B4-BE49-F238E27FC236}">
                <a16:creationId xmlns:a16="http://schemas.microsoft.com/office/drawing/2014/main" id="{3A26A425-484F-44C1-A9BA-1E2D2ED6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206" y="3236309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Diagram node 3">
            <a:extLst xmlns:a="http://schemas.openxmlformats.org/drawingml/2006/main">
              <a:ext uri="{FF2B5EF4-FFF2-40B4-BE49-F238E27FC236}">
                <a16:creationId xmlns:a16="http://schemas.microsoft.com/office/drawing/2014/main" id="{2A3FDA9A-D372-4E32-9C4D-4E479CD6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982" y="3236309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54890-0660-44D8-8DBE-AD76A77327CB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275838" y="2677859"/>
            <a:ext cx="2944368" cy="806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830FA-FC91-4776-9F51-6D444665D954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275838" y="3483959"/>
            <a:ext cx="2944368" cy="80610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7A03B-314A-47E4-8908-595FEC2924FE}"/>
              </a:ext>
            </a:extLst>
          </p:cNvPr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6715506" y="3483959"/>
            <a:ext cx="266547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5DBFE-82AC-42DE-82BA-066D622C7562}"/>
              </a:ext>
            </a:extLst>
          </p:cNvPr>
          <p:cNvCxnSpPr>
            <a:stCxn xmlns:a="http://schemas.openxmlformats.org/drawingml/2006/main" id="5" idx="0"/>
            <a:endCxn xmlns:a="http://schemas.openxmlformats.org/drawingml/2006/main" id="4" idx="4"/>
          </p:cNvCxnSpPr>
          <p:nvPr/>
        </p:nvCxnSpPr>
        <p:spPr>
          <a:xfrm xmlns:a="http://schemas.openxmlformats.org/drawingml/2006/main" flipV="1">
            <a:off x="3028188" y="2925509"/>
            <a:ext cx="0" cy="111690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F708551-D638-4283-B772-88865113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350609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新增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9F75FC6-DACD-4423-91CB-3A93FBE8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原序0、1、2、3失效，换成1、0、2、3仍满足所有弧。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C84FE01-2D54-4E3F-8244-746559A6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新增1到0与旧序相反，但原图中0到不了1，所以没有环。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07412D0-EC5F-48FD-A48A-790A919D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403816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6D3C5-AFED-4D45-9F87-E299E36F1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e839ca3614a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417122D-5174-4FA8-BD16-3514790E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93827F1-FD63-4FE3-9CC0-015FC2F7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新增弧成环的充要条件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C173E6B-1574-4934-8E8A-F910B66C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u=v：新弧本身就是自环。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AEC566C-661D-40FC-B1B8-EF405B85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u 位于 v 之前：新弧与原序一致，原序仍合法。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6F4D8C9-10AA-45DA-84D8-F270D876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u 位于 v 之后：原序失效，需要检查原图是否存在 v 到 u 的路径。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1557904-21CC-4BA4-875C-FF95417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存在 v→…→u：与新弧 u→v 合成环；否则仍是 DAG。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FB8610E-18D4-41DB-A7AE-2C4773E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55311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E2AC2-EE17-4252-9EA3-648A605512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e7c23c5e446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816C2D5-A359-4369-B7C3-82BC1DDB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FF5D6B5-7800-4A03-AFC0-B1D497F9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新环去掉新增弧后留下反向路径</a:t>
            </a:r>
          </a:p>
        </p:txBody>
      </p:sp>
      <p:sp>
        <p:nvSpPr>
          <p:cNvPr id="4" name="Diagram node v">
            <a:extLst xmlns:a="http://schemas.openxmlformats.org/drawingml/2006/main">
              <a:ext uri="{FF2B5EF4-FFF2-40B4-BE49-F238E27FC236}">
                <a16:creationId xmlns:a16="http://schemas.microsoft.com/office/drawing/2014/main" id="{B8C536E2-B05E-4898-9381-5195B741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982" y="2323243"/>
            <a:ext cx="638556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0=v</a:t>
            </a:r>
          </a:p>
        </p:txBody>
      </p:sp>
      <p:sp>
        <p:nvSpPr>
          <p:cNvPr id="5" name="Diagram node m">
            <a:extLst xmlns:a="http://schemas.openxmlformats.org/drawingml/2006/main">
              <a:ext uri="{FF2B5EF4-FFF2-40B4-BE49-F238E27FC236}">
                <a16:creationId xmlns:a16="http://schemas.microsoft.com/office/drawing/2014/main" id="{301158E6-F944-4EE1-8795-CD603F10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03892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Diagram node u">
            <a:extLst xmlns:a="http://schemas.openxmlformats.org/drawingml/2006/main">
              <a:ext uri="{FF2B5EF4-FFF2-40B4-BE49-F238E27FC236}">
                <a16:creationId xmlns:a16="http://schemas.microsoft.com/office/drawing/2014/main" id="{98A512F6-E215-4F00-9FDA-78E40360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462" y="2323243"/>
            <a:ext cx="638556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3=u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62075-4820-4A39-9B54-49148DAC8295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61538" y="2570893"/>
            <a:ext cx="2759347" cy="120553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815C10A-CFE5-4E27-BB21-14313A2D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955" y="2956417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109A4-E879-4FB4-AC82-72A1A4867FC4}"/>
              </a:ext>
            </a:extLst>
          </p:cNvPr>
          <p:cNvCxnSpPr>
            <a:stCxn xmlns:a="http://schemas.openxmlformats.org/drawingml/2006/main" id="5" idx="7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271115" y="2570893"/>
            <a:ext cx="2759347" cy="120553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8465AF2-ECAE-46CF-9D4F-F6081564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695" y="2956417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7038B-DE1A-402E-B0AF-16013F4ACC8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4" idx="6"/>
          </p:cNvCxnSpPr>
          <p:nvPr/>
        </p:nvCxnSpPr>
        <p:spPr>
          <a:xfrm xmlns:a="http://schemas.openxmlformats.org/drawingml/2006/main" flipH="1">
            <a:off x="3161538" y="2570893"/>
            <a:ext cx="586892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D60193A-1463-4E12-ABDD-75FBFE61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266093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新增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1666710-399A-4D1C-839A-BCA4CAC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新增3到0。原图0、2、3这条路径与新增弧共同组成环。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5B2C7D0-A002-4169-B9D9-EBDFF3F2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新环一定使用新增弧，因为原图已知无环。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0EB2511-A835-4C57-A782-343C48FD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删去u到v，剩下的就是原图中v到u的路径。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B31E8D4-CFBD-4E18-8F1B-4CB1DBFD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14638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6879E-102B-40CD-B8EE-F981727F9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11bdce40148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1BCE5C2-A38F-4893-B8D6-A51D4FF9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A3788F3-15F0-46ED-A6F2-D0C76700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同一原图演示三种结果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F5D50-A17E-4F31-9822-034CFDD88334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7816"/>
                <a:gridCol w="8136384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原图与顺序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0→2，1→2，2→3；sigma=[0,1,2,3]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0→3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位置0在3前，原序仍可用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1→0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原图0到不了1，无环但原序失效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3→0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原图0→2→3，与新弧成环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2→2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自环，成环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3D9E682-620E-4D65-8536-0B9C92DE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92466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FD575-AF54-4899-ADB7-A56AB7A754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5aa6c9cc941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816B5A7-74A5-4378-B8A1-3C029651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6A47DCD-A31D-41CE-A311-86EF2C94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顺序一致的新增弧无需再搜索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AB7F47A-6969-4551-9E90-CCB4D15A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原序合法意味着每条原图路径上的位置严格递增。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12D32B2-A115-4D3C-8DDC-7F48E51A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若pos[u]&lt;pos[v]，原图不可能存在从v回到u的路径。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1FB4F46-D56D-4DD8-BDE6-566AB687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新增u到v与原序方向一致，直接返回原序仍可用。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878AFAD-FCEE-4BA4-B2F4-D972282C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只有逆序且非自环的分支需要查询v到u。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8C9E4F1-92DD-46C3-9F83-1D969129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4184909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E5641-9BD0-4221-B942-2976DDED4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84959020841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FC0D340-C48D-44C8-86B9-434FAF47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33A8E5D-08E7-44E3-A23C-7C60A97E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只检查反向可达性（1/3）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6D9BD-8210-42CC-A1D6-F6187F19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3C979-4CBE-44E5-9260-5487417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57BBB89-35A5-49E8-824C-DC1DE6A6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581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bool reachable(const Graph *G,int x,int target,unsigned char seen[])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(x==target) return true;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seen[x]=1;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 (const Arc *e=G-&gt;head[x];e!=NULL;e=e-&gt;next)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 (!seen[e-&gt;to] &amp;&amp; reachable(G,e-&gt;to,target,seen)) return true;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5A9FD45-E13B-4DD6-94D1-BFF98FE4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4155795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02FEF-AC0E-467D-83F8-31F54A482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93cd409aa48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F663376-27E9-463C-8AB8-DFC9816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617037A-92A5-42B3-BA4A-A058BD86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只检查反向可达性（2/3）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07D20-8B50-49F9-9DB6-390E2CCB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595B8-67AF-43C2-8295-DC373C8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BAE6E69-5F94-47FF-BD46-B721F83B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State classifyArc(const Graph *G,const int sigma[],int u,int v)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(u==v) return CYCLE;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pu=-1,pv=-1;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 (int i=0;i&lt;G-&gt;V;++i)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 (sigma[i]==u) pu=i;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 (sigma[i]==v) pv=i;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(pu&lt;pv) return ORDER_OK;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5CACAC7-6425-465D-BE01-F7E722BE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911651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00126-36CA-47EC-A654-321A122E6D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78621fff44b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6170084-A9BD-44DA-ACE1-D3021A0C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1DB2B75-2E70-4B09-8852-36B4EDB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只检查反向可达性（3/3）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A91A0-6B4F-4706-A057-AEB32F29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4A4F6-F34E-48A8-A8FC-A953FCDA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1335347-A418-4FBB-80D6-43496EA2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unsigned char *seen=(unsigned char*)calloc(G-&gt;V,1);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(seen==NULL) abort();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bool back=reachable(G,v,u,seen);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free(seen);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back ? CYCLE : REORDER;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5F8AFAC-75DF-4927-B96D-A39E2C55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6920376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F0B75-66FD-4730-8686-9F93E958A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f761a941548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B88D555-1C54-4653-ADD5-268D700E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1DC00F0-D160-462C-9D11-73EE74B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加弧分类题的思想段按判定顺序写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11A8AC1-B34A-40B4-8A24-7B5D802D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若u=v，新增自环，返回成环。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3446B70-A6DE-4452-AEBE-D18FAEB5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在合法原序中找到两个端点的位置，顺序一致则原序仍可用。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DF570C0-9A1D-4F81-AADD-C049632B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顺序相反时，在未修改的原图中搜索v是否可达u。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784D3D9-2DEE-47F7-B7FD-40524703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可达则成环，不可达则图仍无环但需要重排。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9834A25-B848-4189-880A-D354E8C0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5648647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42AC1-0288-43E0-AD1E-1A06B68FB8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19a16357b4c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9C49C44-4D81-4BAE-9F20-0298502B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4324BA7-C6FD-475D-946B-74CE849F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按分支写出时间与空间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91411AD-0650-4CB0-A08B-1632F2C7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自环分支 O(1)；只比较原序位置的分支 O(V)。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7D25573-A0C4-4293-A592-43714CC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必要时搜索原图 v 到 u，最坏 O(V+E)。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F21878C-F8B2-49D0-8487-D66DC3B9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总最坏时间 O(V+E)。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99A864B-691E-414E-A0F1-EF9EE18F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seen 数组与递归栈各至多 O(V)，辅助空间 O(V)。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99C5E37-A138-4B2F-9BF9-A72A119A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2458808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94796-2B7F-4A68-8C47-8DB3BC046F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6dc1590b747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1CA0CC2-9DA8-42CF-8C97-A4563C7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FAEFE64-BACF-4DD4-8F0F-B592DE02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普通可达搜索的汇合点只需展开一次</a:t>
            </a:r>
          </a:p>
        </p:txBody>
      </p:sp>
      <p:sp>
        <p:nvSpPr>
          <p:cNvPr id="4" name="Diagram node v">
            <a:extLst xmlns:a="http://schemas.openxmlformats.org/drawingml/2006/main">
              <a:ext uri="{FF2B5EF4-FFF2-40B4-BE49-F238E27FC236}">
                <a16:creationId xmlns:a16="http://schemas.microsoft.com/office/drawing/2014/main" id="{BA973A31-1C9E-4D87-9888-6D925E3E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862" y="321030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5" name="Diagram node a">
            <a:extLst xmlns:a="http://schemas.openxmlformats.org/drawingml/2006/main">
              <a:ext uri="{FF2B5EF4-FFF2-40B4-BE49-F238E27FC236}">
                <a16:creationId xmlns:a16="http://schemas.microsoft.com/office/drawing/2014/main" id="{D08385E7-2E57-4863-BE33-A2114391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034" y="2352199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" name="Diagram node b">
            <a:extLst xmlns:a="http://schemas.openxmlformats.org/drawingml/2006/main">
              <a:ext uri="{FF2B5EF4-FFF2-40B4-BE49-F238E27FC236}">
                <a16:creationId xmlns:a16="http://schemas.microsoft.com/office/drawing/2014/main" id="{FBB0FC3B-6F70-4DC3-88D3-0E949ED1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034" y="4068413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7" name="Diagram node x">
            <a:extLst xmlns:a="http://schemas.openxmlformats.org/drawingml/2006/main">
              <a:ext uri="{FF2B5EF4-FFF2-40B4-BE49-F238E27FC236}">
                <a16:creationId xmlns:a16="http://schemas.microsoft.com/office/drawing/2014/main" id="{5E60F897-9319-4D23-8E3E-2D75D0E1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098" y="321030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8" name="Diagram node y">
            <a:extLst xmlns:a="http://schemas.openxmlformats.org/drawingml/2006/main">
              <a:ext uri="{FF2B5EF4-FFF2-40B4-BE49-F238E27FC236}">
                <a16:creationId xmlns:a16="http://schemas.microsoft.com/office/drawing/2014/main" id="{CDEF3C58-D27A-48C9-9ACA-E41A1CE7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7270" y="321030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</a:t>
            </a:r>
          </a:p>
        </p:txBody>
      </p:sp>
      <p:sp>
        <p:nvSpPr>
          <p:cNvPr id="9" name="Diagram node u">
            <a:extLst xmlns:a="http://schemas.openxmlformats.org/drawingml/2006/main">
              <a:ext uri="{FF2B5EF4-FFF2-40B4-BE49-F238E27FC236}">
                <a16:creationId xmlns:a16="http://schemas.microsoft.com/office/drawing/2014/main" id="{AC836162-1D5E-4B0B-AF6D-38FB2C35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874" y="4302443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u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EF630-9BE3-46C7-93DB-90581A9D5A9F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2439162" y="2774964"/>
            <a:ext cx="1715407" cy="68299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F3C3E-1F51-4780-862C-CB8D01203195}"/>
              </a:ext>
            </a:extLst>
          </p:cNvPr>
          <p:cNvCxnSpPr>
            <a:stCxn xmlns:a="http://schemas.openxmlformats.org/drawingml/2006/main" id="4" idx="5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366627" y="3633071"/>
            <a:ext cx="1715407" cy="68299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1D232-A656-43D2-AF02-2DBC71EAFDBB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4577334" y="2599849"/>
            <a:ext cx="1921764" cy="85810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3C9C2-2608-47A5-A47F-FBE612E01324}"/>
              </a:ext>
            </a:extLst>
          </p:cNvPr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4577334" y="3457956"/>
            <a:ext cx="1921764" cy="85810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9AD5A-E7C4-4F6A-9A55-DC1BA422AC5E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6994398" y="3457956"/>
            <a:ext cx="16428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88A851E-0985-4CC2-A160-980227B6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查询v到孤立顶点u。先沿a搜索x及其后继，沿b再次遇到x时可直接跳过。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265AEA2-C920-4024-AE92-9CFD3064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这里没有经过指定点或精确长度条件，后续可达目标保持不变。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0155AA7-C6C5-49E5-95F6-4D0D6948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4341348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5FCF1-DC9A-4A23-83DD-A53FAD6737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3cc17346746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35C1399-D74D-4EFC-80B4-B6CFD710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8799F6C-1E18-439F-AAA5-214BCD7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课堂检查：三类容易混淆的错误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3F33FC2-A999-44D6-9259-4CD6DFBA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图的弧为0到2、1到2、1到3、2到4、3到4。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5D3D5DA-73C0-4BD6-ABB1-B923B84A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候选序列[2,1,0,3,4]若只检查顶点编号u&lt;v，会漏掉什么？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F3D9B6B-BF02-446B-B71F-058B70AE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原图0到2、1到2、2到3，原序[0,1,2,3]：新增1到0为何不能直接判环？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24E3193-3F61-4D1F-9E47-D85FB276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新增3到0时，应搜索哪两个顶点、哪个方向？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FD5296C-3672-4E8A-B363-F3426C8D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6769387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C7002-26B2-4918-A146-10677951FA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71842b8d446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CFE5A9A-2BC4-48B1-BD18-8903927E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检查答案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0451FA7-A92A-4123-BFBF-AF99B600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课堂检查参考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25BF428-5387-4834-98E8-CBAFE552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序列中pos[0]=2、pos[2]=0，违反0到2；仅比较编号0&lt;2会漏判。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47BD800-CF0F-4B7B-926A-D16DCA38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新增1到0后可用[1,0,2,3]，旧序失效但无环。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82826E3-C69A-49D2-9760-9E9827F6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新增3到0应查原图0到3；路径0、2、3存在，所以成环。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D05D3A4-ECAC-447A-BCA6-43F498C6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46942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2026-10-27T10:06:31.2800000Z</dcterms:created>
  <dcterms:modified xsi:type="dcterms:W3CDTF">2026-10-27T10:06:31.2800000Z</dcterms:modified>
</coreProperties>
</file>
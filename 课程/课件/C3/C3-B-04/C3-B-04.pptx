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1d5bf4d4f64810" /><Relationship Type="http://schemas.openxmlformats.org/officeDocument/2006/relationships/extended-properties" Target="/docProps/app.xml" Id="R992584a7f7d34200" /><Relationship Type="http://schemas.openxmlformats.org/officeDocument/2006/relationships/officeDocument" Target="/ppt/presentation.xml" Id="R84dbab4d5ccd42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f6073e88a549a1"/>
  </p:sldMasterIdLst>
  <p:notesMasterIdLst>
    <p:notesMasterId xmlns:r="http://schemas.openxmlformats.org/officeDocument/2006/relationships" r:id="Rb35b004d9c7448a7"/>
  </p:notesMasterIdLst>
  <p:sldIdLst>
    <p:sldId xmlns:r="http://schemas.openxmlformats.org/officeDocument/2006/relationships" id="256" r:id="R8dd3dda38d0d40fa"/>
    <p:sldId xmlns:r="http://schemas.openxmlformats.org/officeDocument/2006/relationships" id="257" r:id="R0c6ef82fbd95495d"/>
    <p:sldId xmlns:r="http://schemas.openxmlformats.org/officeDocument/2006/relationships" id="258" r:id="R932c4d9e26f64be5"/>
    <p:sldId xmlns:r="http://schemas.openxmlformats.org/officeDocument/2006/relationships" id="259" r:id="R1b39f6570be040cd"/>
    <p:sldId xmlns:r="http://schemas.openxmlformats.org/officeDocument/2006/relationships" id="260" r:id="Rf0ea1aed1f144ff5"/>
    <p:sldId xmlns:r="http://schemas.openxmlformats.org/officeDocument/2006/relationships" id="261" r:id="R44e52c03b3a64058"/>
    <p:sldId xmlns:r="http://schemas.openxmlformats.org/officeDocument/2006/relationships" id="262" r:id="R67eea8274a374773"/>
    <p:sldId xmlns:r="http://schemas.openxmlformats.org/officeDocument/2006/relationships" id="263" r:id="R89e12f50927c4889"/>
    <p:sldId xmlns:r="http://schemas.openxmlformats.org/officeDocument/2006/relationships" id="264" r:id="Rb94c6c6693654016"/>
    <p:sldId xmlns:r="http://schemas.openxmlformats.org/officeDocument/2006/relationships" id="265" r:id="R5fd6aab848dd455d"/>
    <p:sldId xmlns:r="http://schemas.openxmlformats.org/officeDocument/2006/relationships" id="266" r:id="Rbbb5b8ef6f054216"/>
    <p:sldId xmlns:r="http://schemas.openxmlformats.org/officeDocument/2006/relationships" id="267" r:id="Rad6c8c06c49545e7"/>
    <p:sldId xmlns:r="http://schemas.openxmlformats.org/officeDocument/2006/relationships" id="268" r:id="R2f1e094672384fd5"/>
    <p:sldId xmlns:r="http://schemas.openxmlformats.org/officeDocument/2006/relationships" id="269" r:id="Rb6de5f8c531d4c36"/>
    <p:sldId xmlns:r="http://schemas.openxmlformats.org/officeDocument/2006/relationships" id="270" r:id="R16226b77a9e140b6"/>
    <p:sldId xmlns:r="http://schemas.openxmlformats.org/officeDocument/2006/relationships" id="271" r:id="R41d60e235e7440c5"/>
    <p:sldId xmlns:r="http://schemas.openxmlformats.org/officeDocument/2006/relationships" id="272" r:id="R44480f51bfd8453f"/>
    <p:sldId xmlns:r="http://schemas.openxmlformats.org/officeDocument/2006/relationships" id="273" r:id="Rcaa700cfcb6a4cca"/>
    <p:sldId xmlns:r="http://schemas.openxmlformats.org/officeDocument/2006/relationships" id="274" r:id="R0798c526d193421a"/>
    <p:sldId xmlns:r="http://schemas.openxmlformats.org/officeDocument/2006/relationships" id="275" r:id="R4fbc14e4b7f94413"/>
    <p:sldId xmlns:r="http://schemas.openxmlformats.org/officeDocument/2006/relationships" id="276" r:id="Rfb24325723f14590"/>
    <p:sldId xmlns:r="http://schemas.openxmlformats.org/officeDocument/2006/relationships" id="277" r:id="Rf18c87047e694ed3"/>
    <p:sldId xmlns:r="http://schemas.openxmlformats.org/officeDocument/2006/relationships" id="278" r:id="R5dbf76c867ec4862"/>
    <p:sldId xmlns:r="http://schemas.openxmlformats.org/officeDocument/2006/relationships" id="279" r:id="Rd70f8a41d54747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b57a645e2144d2" /><Relationship Type="http://schemas.openxmlformats.org/officeDocument/2006/relationships/slideMaster" Target="/ppt/slideMasters/slideMaster1.xml" Id="Rf7f6073e88a549a1" /><Relationship Type="http://schemas.openxmlformats.org/officeDocument/2006/relationships/notesMaster" Target="/ppt/notesMasters/notesMaster1.xml" Id="Rb35b004d9c7448a7" /><Relationship Type="http://schemas.openxmlformats.org/officeDocument/2006/relationships/presProps" Target="/ppt/presProps.xml" Id="Rd617d2772ca44c04" /><Relationship Type="http://schemas.openxmlformats.org/officeDocument/2006/relationships/tableStyles" Target="/ppt/tableStyles.xml" Id="R5d5ba5f9be62406d" /><Relationship Type="http://schemas.openxmlformats.org/officeDocument/2006/relationships/slide" Target="/ppt/slides/slide1.xml" Id="R8dd3dda38d0d40fa" /><Relationship Type="http://schemas.openxmlformats.org/officeDocument/2006/relationships/slide" Target="/ppt/slides/slide2.xml" Id="R0c6ef82fbd95495d" /><Relationship Type="http://schemas.openxmlformats.org/officeDocument/2006/relationships/slide" Target="/ppt/slides/slide3.xml" Id="R932c4d9e26f64be5" /><Relationship Type="http://schemas.openxmlformats.org/officeDocument/2006/relationships/slide" Target="/ppt/slides/slide4.xml" Id="R1b39f6570be040cd" /><Relationship Type="http://schemas.openxmlformats.org/officeDocument/2006/relationships/slide" Target="/ppt/slides/slide5.xml" Id="Rf0ea1aed1f144ff5" /><Relationship Type="http://schemas.openxmlformats.org/officeDocument/2006/relationships/slide" Target="/ppt/slides/slide6.xml" Id="R44e52c03b3a64058" /><Relationship Type="http://schemas.openxmlformats.org/officeDocument/2006/relationships/slide" Target="/ppt/slides/slide7.xml" Id="R67eea8274a374773" /><Relationship Type="http://schemas.openxmlformats.org/officeDocument/2006/relationships/slide" Target="/ppt/slides/slide8.xml" Id="R89e12f50927c4889" /><Relationship Type="http://schemas.openxmlformats.org/officeDocument/2006/relationships/slide" Target="/ppt/slides/slide9.xml" Id="Rb94c6c6693654016" /><Relationship Type="http://schemas.openxmlformats.org/officeDocument/2006/relationships/slide" Target="/ppt/slides/slide10.xml" Id="R5fd6aab848dd455d" /><Relationship Type="http://schemas.openxmlformats.org/officeDocument/2006/relationships/slide" Target="/ppt/slides/slide11.xml" Id="Rbbb5b8ef6f054216" /><Relationship Type="http://schemas.openxmlformats.org/officeDocument/2006/relationships/slide" Target="/ppt/slides/slide12.xml" Id="Rad6c8c06c49545e7" /><Relationship Type="http://schemas.openxmlformats.org/officeDocument/2006/relationships/slide" Target="/ppt/slides/slide13.xml" Id="R2f1e094672384fd5" /><Relationship Type="http://schemas.openxmlformats.org/officeDocument/2006/relationships/slide" Target="/ppt/slides/slide14.xml" Id="Rb6de5f8c531d4c36" /><Relationship Type="http://schemas.openxmlformats.org/officeDocument/2006/relationships/slide" Target="/ppt/slides/slide15.xml" Id="R16226b77a9e140b6" /><Relationship Type="http://schemas.openxmlformats.org/officeDocument/2006/relationships/slide" Target="/ppt/slides/slide16.xml" Id="R41d60e235e7440c5" /><Relationship Type="http://schemas.openxmlformats.org/officeDocument/2006/relationships/slide" Target="/ppt/slides/slide17.xml" Id="R44480f51bfd8453f" /><Relationship Type="http://schemas.openxmlformats.org/officeDocument/2006/relationships/slide" Target="/ppt/slides/slide18.xml" Id="Rcaa700cfcb6a4cca" /><Relationship Type="http://schemas.openxmlformats.org/officeDocument/2006/relationships/slide" Target="/ppt/slides/slide19.xml" Id="R0798c526d193421a" /><Relationship Type="http://schemas.openxmlformats.org/officeDocument/2006/relationships/slide" Target="/ppt/slides/slide20.xml" Id="R4fbc14e4b7f94413" /><Relationship Type="http://schemas.openxmlformats.org/officeDocument/2006/relationships/slide" Target="/ppt/slides/slide21.xml" Id="Rfb24325723f14590" /><Relationship Type="http://schemas.openxmlformats.org/officeDocument/2006/relationships/slide" Target="/ppt/slides/slide22.xml" Id="Rf18c87047e694ed3" /><Relationship Type="http://schemas.openxmlformats.org/officeDocument/2006/relationships/slide" Target="/ppt/slides/slide23.xml" Id="R5dbf76c867ec4862" /><Relationship Type="http://schemas.openxmlformats.org/officeDocument/2006/relationships/slide" Target="/ppt/slides/slide24.xml" Id="Rd70f8a41d54747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2f8d4cda3147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d5bb54c3e34b0a" /><Relationship Type="http://schemas.openxmlformats.org/officeDocument/2006/relationships/notesMaster" Target="/ppt/notesMasters/notesMaster1.xml" Id="R5213dc7ffd164e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ba88b2a08e4309" /><Relationship Type="http://schemas.openxmlformats.org/officeDocument/2006/relationships/notesMaster" Target="/ppt/notesMasters/notesMaster1.xml" Id="Ra310d7a2535e4d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e3d55f9424465c" /><Relationship Type="http://schemas.openxmlformats.org/officeDocument/2006/relationships/notesMaster" Target="/ppt/notesMasters/notesMaster1.xml" Id="Rf5c1395f1c6746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555a936abc420e" /><Relationship Type="http://schemas.openxmlformats.org/officeDocument/2006/relationships/notesMaster" Target="/ppt/notesMasters/notesMaster1.xml" Id="R93e04d54dd514e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78277e87ea460b" /><Relationship Type="http://schemas.openxmlformats.org/officeDocument/2006/relationships/notesMaster" Target="/ppt/notesMasters/notesMaster1.xml" Id="R53e78f0d83384b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9377120881425b" /><Relationship Type="http://schemas.openxmlformats.org/officeDocument/2006/relationships/notesMaster" Target="/ppt/notesMasters/notesMaster1.xml" Id="Ra089f7a4e1fa41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e0008016e244ff" /><Relationship Type="http://schemas.openxmlformats.org/officeDocument/2006/relationships/notesMaster" Target="/ppt/notesMasters/notesMaster1.xml" Id="Re65933ad942c41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52a073bec04a2e" /><Relationship Type="http://schemas.openxmlformats.org/officeDocument/2006/relationships/notesMaster" Target="/ppt/notesMasters/notesMaster1.xml" Id="R87a0a9bd6d0241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1b87a165ef4a58" /><Relationship Type="http://schemas.openxmlformats.org/officeDocument/2006/relationships/notesMaster" Target="/ppt/notesMasters/notesMaster1.xml" Id="R2e50fb5a32a044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505956f9814474" /><Relationship Type="http://schemas.openxmlformats.org/officeDocument/2006/relationships/notesMaster" Target="/ppt/notesMasters/notesMaster1.xml" Id="R42a5e8d7705d43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06675b796e4248" /><Relationship Type="http://schemas.openxmlformats.org/officeDocument/2006/relationships/notesMaster" Target="/ppt/notesMasters/notesMaster1.xml" Id="Rec2f7111f67e43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0a5a7bfef24c60" /><Relationship Type="http://schemas.openxmlformats.org/officeDocument/2006/relationships/notesMaster" Target="/ppt/notesMasters/notesMaster1.xml" Id="R6023acdd04e24c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7dcae218c54e6e" /><Relationship Type="http://schemas.openxmlformats.org/officeDocument/2006/relationships/notesMaster" Target="/ppt/notesMasters/notesMaster1.xml" Id="R76ea796ee54840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b7bc642ee74a10" /><Relationship Type="http://schemas.openxmlformats.org/officeDocument/2006/relationships/notesMaster" Target="/ppt/notesMasters/notesMaster1.xml" Id="Rf0a37d7c887f42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be0f46e1c84cb5" /><Relationship Type="http://schemas.openxmlformats.org/officeDocument/2006/relationships/notesMaster" Target="/ppt/notesMasters/notesMaster1.xml" Id="Rfd5ae39f948745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de0c182f414b05" /><Relationship Type="http://schemas.openxmlformats.org/officeDocument/2006/relationships/notesMaster" Target="/ppt/notesMasters/notesMaster1.xml" Id="R5a92b0de91524b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3e6df6409b423b" /><Relationship Type="http://schemas.openxmlformats.org/officeDocument/2006/relationships/notesMaster" Target="/ppt/notesMasters/notesMaster1.xml" Id="R963e1c65921b48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7e361f99734235" /><Relationship Type="http://schemas.openxmlformats.org/officeDocument/2006/relationships/notesMaster" Target="/ppt/notesMasters/notesMaster1.xml" Id="R3754affc85d94d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ba682f4bce444b" /><Relationship Type="http://schemas.openxmlformats.org/officeDocument/2006/relationships/notesMaster" Target="/ppt/notesMasters/notesMaster1.xml" Id="Ree38fc1ccd314c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2b5c9c7952428a" /><Relationship Type="http://schemas.openxmlformats.org/officeDocument/2006/relationships/notesMaster" Target="/ppt/notesMasters/notesMaster1.xml" Id="Rc203bd47d06348e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d85955f52f484a" /><Relationship Type="http://schemas.openxmlformats.org/officeDocument/2006/relationships/notesMaster" Target="/ppt/notesMasters/notesMaster1.xml" Id="R1592f8e127c14f2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b45dae9e23d4bbb" /><Relationship Type="http://schemas.openxmlformats.org/officeDocument/2006/relationships/notesMaster" Target="/ppt/notesMasters/notesMaster1.xml" Id="Rb15372ea3d67461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cec13e65ad6485a" /><Relationship Type="http://schemas.openxmlformats.org/officeDocument/2006/relationships/notesMaster" Target="/ppt/notesMasters/notesMaster1.xml" Id="Rfff7d1db92a145d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af7cf27dc1b4b61" /><Relationship Type="http://schemas.openxmlformats.org/officeDocument/2006/relationships/notesMaster" Target="/ppt/notesMasters/notesMaster1.xml" Id="R41989e62afb640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同学们好。这节从完整题目出发，把读题、推演和答案书写连起来。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在开始之前先简单介绍一下，伴梦研途是专门做重邮考研的机构，想要获取更多课程资料、答疑以及后续的课程安排，都可以在伴梦研途的QQ群里获取，需要的同学可以加一下。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会写遍历并不等于已经写完算法题。返回高度不能直接交出路径；输出后序也不一定需要先分配树结点。先给每个函数一个清楚的输入输出，才能决定需要哪些参数。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回忆原题只写“路径长度”，本讲公开采用结点数，不暗中混用边数。若考试明确按边数，非空树结果减一即可，空树仍单独处理。先看最终答案要有结点序列和长度两项，只有树高函数还不完整。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题面拆成能够检查的输出。只交treeHeight会得到长度，却没有路径，这是一份功能不完整的答案。把树高当作第二遍搜索的目标，可以避免边找边反复复制当前最优路径。这里函数分工由输出要求决定：treeHeight返回目标高度，deepest负责填数组并返回是否找到，包装函数把长度与输出连接起来。答题时应先写这一层关系，再展开递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找两条最长路径，再说明并列任选带来的自由：搜索左子树先找到G就可以停，不必把所有最长路径都保存下来。树高为4，表示最长路径含4个结点；根的下标深度d从0开始，所以目标叶结点的d为3。第二次搜索负责把这4个结点填入数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停顿】暂时遮住A和B的数，让学生从G开始向上补。递归函数进入时还不知道高度，它依赖两个子调用的返回值。D是叶结点，两个空孩子都返回0，所以D返回1；E从G得到1后返回2。这里必须取较大值，求和得到的是结点数类型的量，不能表示最长根叶路径。返回高度的递归不需要额外的全局层数变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这里d用0起下标，目标层数h用结点数，所以终点检查d+1==h。数组当前前缀就是递归调用链对应的路径。失败支路留下的后部值没有意义，下一条候选路径会覆盖；最终只输出前h项。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一次搜索D失败后，不必把path[2]清空。回到B，再进入E，程序会覆盖相同下标。path只承诺当前递归深度以内的前缀有效，后面的旧值不参与判断。找到G后短路返回，右子树不会再改动结果。与图中防止重复顶点的used不同，这里的数组用于记录输出，失败恢复的具体动作可以是下一分支覆盖，不能把所有递归状态都机械写成清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第一遍每个结点收集左右高度后返回较大值加一。高度函数不承担输出职责，便于单独检查空树和单结点树。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短路或让左边成功时不再搜索右边，结果数组保持已找到的路径。注意只有叶结点才能作为终点，不能把一个达到某个局部深度的内部结点误当作完整根叶路径。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最后必须调用输出函数或明确把path交给调用者。打印循环只读len项，空树不读取path。课堂例子的字符标签可以换成对应整数，这不改变指针结构和搜索顺序。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段可以直接作为本题思想说明的骨架。它交代先做什么、第二遍保存什么、何时成功以及最终输出什么。不要只写“利用递归求最长路径”，因为那没有解释路径如何保留下来。代码部分接着给三个辅助函数与调用入口，或将它们合理合并；复杂度写两遍各至多访问n个结点，打印h项，因此总时间O(n)，递归栈O(h)。题目已提供path时，它是输出空间；即使连同它计入，总量仍为O(h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递归调用两遍仍然是线性，不是平方。相反，只遍历一遍却在每次更新时复制长路径，不能未经分析就断言线性。构造一侧不断产生更深叶的树，累计复制可能增长到平方量级；本题采用两遍方案避免这项成本。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树用来区分遍历次数和实际工作量。先到X复制A、X，再到Y复制A、B、Y，再到Z复制A、B、C、Z。右侧D与Z一样深，若只在严格更优时复制，D不再触发更新。继续把右侧分支延长并在每层先安排一个叶结点，就会形成越来越长的一串复制。另一种写法可以正确，但其时间说明不能只数递归调用。本课两遍方案把每次进入结点的写入控制为一个数组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这个问题与2026先中序建树共享区间划分，但输出任务不同。我们保留先序定根和中序分左右，只把“申请结点、接孩子”改成“递归结束后写根”。条件标识互异保证根在当前中序段中位置唯一。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要用中序左段的元素数量切开先序，不能拿根在先序中的位置去分左右。当前pre首元素A不属于任何子树；右先序起点要跳过根和整个左子树，所以偏移是left+1。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每次调用收到的都是本子树自己的两个数组片段，变量left也是相对当前片段的偏移。用左链、右链各检查一次：左链右长度为0，右链left为0。这两种输入很容易暴露多加或少加1的问题。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输出位置看作已经写完多少个结点。左调用返回时，D、E、B已经占据前三项；右调用从当前位置继续写F、C，最后根A落在下标5。这样才能解释out为什么要在调用之间共享。若每个子调用都拿自己的out副本，左调用写过的位置不会反馈给右调用，后续结果会覆盖它。这里图只解释序列来源，程序依然直接处理数组片段，没有创建这些树结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按引用传递，所有子树共同推进同一个输出位置。根必须在两次递归之后写入；把写根移到前面会得到先序。输入已保证合法，线性寻找根不会越过当前段；如果题面不保证合法，必须额外做长度与元素一致性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wrapper把out初始化为0，避免多次调用时复用旧输出位置。n=0时递归立即返回，post原内容保持不变。C语言可把引用换成指针，思想与下标划分不变。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树的每个结点只作为根处理一次，不代表总时间一定线性。根的位置寻找也在做工作。这里最坏左链会把根放在各中序段末端；右链的根在首端，扫描反而很快。复杂度结论要针对实际代码。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段答案应把划分依据、递归次序和写入方式连起来。若只说“先序找根，中序分左右”，仍没有说明后序结果何时写入。复杂度依据当前代码的while扫描，不借用另一个带哈希下标表的版本来声称线性。左链会依次扫描n、n−1直到1个位置，总和是平方量级；输出数组由题目提供，新增辅助空间来自调用栈。若主动提出更快版本，还需要给出查找结构、额外空间及实现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【停顿】给学生先写各函数的输出契约，再定位错误。第一个遗漏路径本身；第二个导致不同递归分支重复使用相同位置，写入覆盖。这个检查同时强调功能和跨递归状态。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此页供学生核对，不口播。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4aba2ea1041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1db3263b542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de2e1ec4e48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d3bdc86e94c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7b11c8b9644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f88a7f1f9b48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3E923E-B18D-4B31-8463-4595FFC445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49AA21-BA35-4D00-8378-7C54E6A3EA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804801-C730-4B2C-94B3-C0F819112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E1825E-9176-4288-BB70-1D8992C07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4218B9-7B44-4F0C-B719-66D2156DD3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40241A-9F31-4BD6-9596-2EB088B66A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6835F1-A6B3-4F44-A297-6AD332F6C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9910DD-86D5-4DD7-B1E8-7801072169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E23C69-08A4-4E28-8C5B-4EAC007388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E808AB-673C-43B4-9E1E-4D246AAB95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32f7f8414d402c" /><Relationship Type="http://schemas.openxmlformats.org/officeDocument/2006/relationships/slideLayout" Target="/ppt/slideLayouts/slideLayout1.xml" Id="R5f5f8d137e304525" /><Relationship Type="http://schemas.openxmlformats.org/officeDocument/2006/relationships/slideLayout" Target="/ppt/slideLayouts/slideLayout2.xml" Id="R236a8d0d1b02430d" /><Relationship Type="http://schemas.openxmlformats.org/officeDocument/2006/relationships/slideLayout" Target="/ppt/slideLayouts/slideLayout3.xml" Id="R090d4f8f3e1744ca" /><Relationship Type="http://schemas.openxmlformats.org/officeDocument/2006/relationships/slideLayout" Target="/ppt/slideLayouts/slideLayout4.xml" Id="Rdf84eb84fcc44440" /><Relationship Type="http://schemas.openxmlformats.org/officeDocument/2006/relationships/slideLayout" Target="/ppt/slideLayouts/slideLayout5.xml" Id="R575f762850d64db0" /><Relationship Type="http://schemas.openxmlformats.org/officeDocument/2006/relationships/slideLayout" Target="/ppt/slideLayouts/slideLayout6.xml" Id="R8a0b220b810d4e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5f8d137e304525"/>
    <p:sldLayoutId xmlns:r="http://schemas.openxmlformats.org/officeDocument/2006/relationships" id="2147483650" r:id="R236a8d0d1b02430d"/>
    <p:sldLayoutId xmlns:r="http://schemas.openxmlformats.org/officeDocument/2006/relationships" id="2147483651" r:id="R090d4f8f3e1744ca"/>
    <p:sldLayoutId xmlns:r="http://schemas.openxmlformats.org/officeDocument/2006/relationships" id="2147483652" r:id="Rdf84eb84fcc44440"/>
    <p:sldLayoutId xmlns:r="http://schemas.openxmlformats.org/officeDocument/2006/relationships" id="2147483653" r:id="R575f762850d64db0"/>
    <p:sldLayoutId xmlns:r="http://schemas.openxmlformats.org/officeDocument/2006/relationships" id="2147483654" r:id="R8a0b220b810d4e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fed29c5f5049e0" /><Relationship Type="http://schemas.openxmlformats.org/officeDocument/2006/relationships/image" Target="/ppt/media/image.jpeg" Id="Rc871fe608cf9450b" /><Relationship Type="http://schemas.openxmlformats.org/officeDocument/2006/relationships/notesSlide" Target="/ppt/notesSlides/notesSlide1.xml" Id="R57db1f1f640d42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ca5110bf6a4470" /><Relationship Type="http://schemas.openxmlformats.org/officeDocument/2006/relationships/image" Target="/ppt/media/image2.jpeg" Id="R48fb7f978d774f68" /><Relationship Type="http://schemas.openxmlformats.org/officeDocument/2006/relationships/notesSlide" Target="/ppt/notesSlides/notesSlide2.xml" Id="R5342fa23be8345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6203896264a84" /><Relationship Type="http://schemas.openxmlformats.org/officeDocument/2006/relationships/image" Target="/ppt/media/image3.jpeg" Id="R488bc1de07b54b7a" /><Relationship Type="http://schemas.openxmlformats.org/officeDocument/2006/relationships/notesSlide" Target="/ppt/notesSlides/notesSlide3.xml" Id="Rc5e9c70039b14f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de8be6e9c4719" /><Relationship Type="http://schemas.openxmlformats.org/officeDocument/2006/relationships/image" Target="/ppt/media/image4.jpeg" Id="R2964d841635f48c2" /><Relationship Type="http://schemas.openxmlformats.org/officeDocument/2006/relationships/notesSlide" Target="/ppt/notesSlides/notesSlide4.xml" Id="R3f6c29575de947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cd5cfb9664ece" /><Relationship Type="http://schemas.openxmlformats.org/officeDocument/2006/relationships/image" Target="/ppt/media/image5.jpeg" Id="Ra0334a891d844e21" /><Relationship Type="http://schemas.openxmlformats.org/officeDocument/2006/relationships/notesSlide" Target="/ppt/notesSlides/notesSlide5.xml" Id="R8084ca5d163440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4e81857724d79" /><Relationship Type="http://schemas.openxmlformats.org/officeDocument/2006/relationships/image" Target="/ppt/media/image6.jpeg" Id="R7a591dce4480464e" /><Relationship Type="http://schemas.openxmlformats.org/officeDocument/2006/relationships/notesSlide" Target="/ppt/notesSlides/notesSlide6.xml" Id="Raf53670652dc49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494cb9224b41e7" /><Relationship Type="http://schemas.openxmlformats.org/officeDocument/2006/relationships/image" Target="/ppt/media/image7.jpeg" Id="Rd95983413720415a" /><Relationship Type="http://schemas.openxmlformats.org/officeDocument/2006/relationships/notesSlide" Target="/ppt/notesSlides/notesSlide7.xml" Id="R00b8845b630c4c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c88d3f185140f2" /><Relationship Type="http://schemas.openxmlformats.org/officeDocument/2006/relationships/image" Target="/ppt/media/image8.jpeg" Id="R09b16bff3b04469c" /><Relationship Type="http://schemas.openxmlformats.org/officeDocument/2006/relationships/notesSlide" Target="/ppt/notesSlides/notesSlide8.xml" Id="Ra2bed200c84b4a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04db55825c4c1c" /><Relationship Type="http://schemas.openxmlformats.org/officeDocument/2006/relationships/image" Target="/ppt/media/image9.jpeg" Id="R3c58d0b77cd2494a" /><Relationship Type="http://schemas.openxmlformats.org/officeDocument/2006/relationships/notesSlide" Target="/ppt/notesSlides/notesSlide9.xml" Id="R286b0f2160054a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025b1711574e2d" /><Relationship Type="http://schemas.openxmlformats.org/officeDocument/2006/relationships/image" Target="/ppt/media/image10.jpeg" Id="Ra1148a244ec84f15" /><Relationship Type="http://schemas.openxmlformats.org/officeDocument/2006/relationships/notesSlide" Target="/ppt/notesSlides/notesSlide10.xml" Id="R9e3ac716684d4b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69e1959eee40f6" /><Relationship Type="http://schemas.openxmlformats.org/officeDocument/2006/relationships/image" Target="/ppt/media/image11.jpeg" Id="R7ac02eaa368b4021" /><Relationship Type="http://schemas.openxmlformats.org/officeDocument/2006/relationships/notesSlide" Target="/ppt/notesSlides/notesSlide11.xml" Id="R094a1ffe627d43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e222c041842fe" /><Relationship Type="http://schemas.openxmlformats.org/officeDocument/2006/relationships/image" Target="/ppt/media/image12.jpeg" Id="R3602bf6c12cf4178" /><Relationship Type="http://schemas.openxmlformats.org/officeDocument/2006/relationships/notesSlide" Target="/ppt/notesSlides/notesSlide12.xml" Id="R6681757b51ab46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f57d8246e6431d" /><Relationship Type="http://schemas.openxmlformats.org/officeDocument/2006/relationships/image" Target="/ppt/media/image13.jpeg" Id="R47eca66c3a984aa5" /><Relationship Type="http://schemas.openxmlformats.org/officeDocument/2006/relationships/notesSlide" Target="/ppt/notesSlides/notesSlide13.xml" Id="R1d5e06d7c31642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67c48b47a4417" /><Relationship Type="http://schemas.openxmlformats.org/officeDocument/2006/relationships/image" Target="/ppt/media/image14.jpeg" Id="R484e94c153de45fd" /><Relationship Type="http://schemas.openxmlformats.org/officeDocument/2006/relationships/notesSlide" Target="/ppt/notesSlides/notesSlide14.xml" Id="R05c3341cad9346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b307e46f7446e" /><Relationship Type="http://schemas.openxmlformats.org/officeDocument/2006/relationships/image" Target="/ppt/media/image15.jpeg" Id="R91c399ecdf9243e2" /><Relationship Type="http://schemas.openxmlformats.org/officeDocument/2006/relationships/notesSlide" Target="/ppt/notesSlides/notesSlide15.xml" Id="R904200af596441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cedd21b4b46e5" /><Relationship Type="http://schemas.openxmlformats.org/officeDocument/2006/relationships/image" Target="/ppt/media/image16.jpeg" Id="R371b0c8b79404280" /><Relationship Type="http://schemas.openxmlformats.org/officeDocument/2006/relationships/notesSlide" Target="/ppt/notesSlides/notesSlide16.xml" Id="R102018e8df9a49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5107851364fcc" /><Relationship Type="http://schemas.openxmlformats.org/officeDocument/2006/relationships/image" Target="/ppt/media/image17.jpeg" Id="Rc9d71c29ca91462e" /><Relationship Type="http://schemas.openxmlformats.org/officeDocument/2006/relationships/notesSlide" Target="/ppt/notesSlides/notesSlide17.xml" Id="R8542ee92141a4f9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bd1a11f564c4c" /><Relationship Type="http://schemas.openxmlformats.org/officeDocument/2006/relationships/image" Target="/ppt/media/image18.jpeg" Id="R54de7ac418d54082" /><Relationship Type="http://schemas.openxmlformats.org/officeDocument/2006/relationships/notesSlide" Target="/ppt/notesSlides/notesSlide18.xml" Id="R5fb38530cd2048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e77697d6694560" /><Relationship Type="http://schemas.openxmlformats.org/officeDocument/2006/relationships/image" Target="/ppt/media/image19.jpeg" Id="Rc0570b334112446e" /><Relationship Type="http://schemas.openxmlformats.org/officeDocument/2006/relationships/notesSlide" Target="/ppt/notesSlides/notesSlide19.xml" Id="R7572d5b205814cf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30ce6857034cdf" /><Relationship Type="http://schemas.openxmlformats.org/officeDocument/2006/relationships/image" Target="/ppt/media/image20.jpeg" Id="Rfdbe926785a44b18" /><Relationship Type="http://schemas.openxmlformats.org/officeDocument/2006/relationships/notesSlide" Target="/ppt/notesSlides/notesSlide20.xml" Id="R4744ccb4e8b04b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99781e10a4b9c" /><Relationship Type="http://schemas.openxmlformats.org/officeDocument/2006/relationships/image" Target="/ppt/media/image21.jpeg" Id="Rf0ba538071734a22" /><Relationship Type="http://schemas.openxmlformats.org/officeDocument/2006/relationships/notesSlide" Target="/ppt/notesSlides/notesSlide21.xml" Id="Rcbf5724be4224e1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a4955d1fc466b" /><Relationship Type="http://schemas.openxmlformats.org/officeDocument/2006/relationships/image" Target="/ppt/media/image22.jpeg" Id="R8d251dbe8224412f" /><Relationship Type="http://schemas.openxmlformats.org/officeDocument/2006/relationships/notesSlide" Target="/ppt/notesSlides/notesSlide22.xml" Id="Rdb84d2153d2a4fe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27568719d8498b" /><Relationship Type="http://schemas.openxmlformats.org/officeDocument/2006/relationships/image" Target="/ppt/media/image23.jpeg" Id="R0be567abe1e741f0" /><Relationship Type="http://schemas.openxmlformats.org/officeDocument/2006/relationships/notesSlide" Target="/ppt/notesSlides/notesSlide23.xml" Id="Rf344f7bd8e7744c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674937b57c4b6b" /><Relationship Type="http://schemas.openxmlformats.org/officeDocument/2006/relationships/image" Target="/ppt/media/image24.jpeg" Id="R767df1f336964647" /><Relationship Type="http://schemas.openxmlformats.org/officeDocument/2006/relationships/notesSlide" Target="/ppt/notesSlides/notesSlide24.xml" Id="R597ec2ccaf4046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AE428-9E71-4808-A89D-A35898CEC9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1fe608cf945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A8068F1-60D0-413E-B033-36D7DCE6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重邮802 数据结构代码课程</a:t>
            </a:r>
          </a:p>
        </p:txBody>
      </p:sp>
      <p:sp>
        <p:nvSpPr>
          <p:cNvPr id="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15F9C83-121D-4B96-BC2B-E2D638CE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数据结构冲刺阶段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B65DDD8-D030-4223-A101-C90E7584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74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二叉树算法的状态与完整输出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1B327C3-550B-4BC0-9D7B-D086D828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主讲：牙膏学长 ｜ 资料答疑：伴梦研途QQ群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3B43616-E8C1-43BA-BBDE-829B8BB6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539180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314AF-8F2C-4CB5-8E6D-801F6E3733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b7f978d774f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20600A1-4FA6-457F-8DBF-F4FFD8D6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3BDA767-FFEB-40EC-B829-064DEE5D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树题先确定递归返回什么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3F915-4DB3-4043-B625-26C9938CE3BE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04657"/>
                <a:gridCol w="6139543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单个子树需要提供的信息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最长根叶路径长度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子树高度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输出某条路径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当前路径位置、是否找到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从遍历序列生成后序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左右子树对应区间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复杂度核查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扫描、复制与递归栈都计入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14BB635-4281-4B76-98FC-5B612154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17795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F506E-5A3A-47E0-8A98-1A8EBCE568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bc1de07b54b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0D28D55-79BE-4960-B271-44625D46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0EBA057-A546-459D-ADFD-1CC80021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2025 算法题：输出最长根叶路径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690C6D1-8B63-42B4-9FFD-F8D47DD1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二叉树使用左右孩子指针存储。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93E8DA1-2F41-4204-BA4F-038D9FB8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输出一条从根到叶的最长路径，打印结点值及路径长度。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B0BA7A9-C516-4F82-A146-85127F4E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课堂约定长度按结点数计；并列任选一条；空树长度为0。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46F2307-20FF-43C5-B384-C4D79A35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path 容量足够；写思想、完整代码及时间和辅助空间。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B9790E8-3591-4BE1-BED1-118B4E5B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056067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7BDAD-C08F-432F-B5E6-B887BD294F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4d841635f48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B5782AF-A2DB-484C-B774-2BECBCF7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BF9618F-642E-4ABC-88BE-1648F67C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题目要求决定函数必须交出的结果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833A9-9D2E-4BC5-8D8E-3FF2F5EA4BCC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5696"/>
                <a:gridCol w="8408504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题目要求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实现中必须出现的内容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路径长度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以结点数定义树高，空树为0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路径本身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记录从根到当前结点的数组前缀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并列任选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找到第一条达到目标高度的根叶路径即可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完整输出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调用路径函数后，输出序列及长度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7023844-1EE8-48BB-904C-1A644C5D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69321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9E161-CC76-443C-B007-49A2F8545A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34a891d844e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A64F794-F632-4C38-81DB-332B0672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EC6C849-7D55-415F-8613-6D8E8BA0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把最长路径先定位到最深叶</a:t>
            </a:r>
          </a:p>
        </p:txBody>
      </p:sp>
      <p:sp>
        <p:nvSpPr>
          <p:cNvPr id="4" name="Diagram node A">
            <a:extLst xmlns:a="http://schemas.openxmlformats.org/drawingml/2006/main">
              <a:ext uri="{FF2B5EF4-FFF2-40B4-BE49-F238E27FC236}">
                <a16:creationId xmlns:a16="http://schemas.microsoft.com/office/drawing/2014/main" id="{0364776D-A030-44FD-A703-FCA8D61C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70176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5" name="Diagram node B">
            <a:extLst xmlns:a="http://schemas.openxmlformats.org/drawingml/2006/main">
              <a:ext uri="{FF2B5EF4-FFF2-40B4-BE49-F238E27FC236}">
                <a16:creationId xmlns:a16="http://schemas.microsoft.com/office/drawing/2014/main" id="{3E0E0D4F-B609-4E0E-A7E8-CA9C5861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214" y="2846261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6" name="Diagram node C">
            <a:extLst xmlns:a="http://schemas.openxmlformats.org/drawingml/2006/main">
              <a:ext uri="{FF2B5EF4-FFF2-40B4-BE49-F238E27FC236}">
                <a16:creationId xmlns:a16="http://schemas.microsoft.com/office/drawing/2014/main" id="{E15C9E89-801C-4C68-B458-6B24362C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486" y="2846261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7" name="Diagram node D">
            <a:extLst xmlns:a="http://schemas.openxmlformats.org/drawingml/2006/main">
              <a:ext uri="{FF2B5EF4-FFF2-40B4-BE49-F238E27FC236}">
                <a16:creationId xmlns:a16="http://schemas.microsoft.com/office/drawing/2014/main" id="{8E8D1FF1-82AB-485B-87F8-AF054137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718" y="352234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8" name="Diagram node E">
            <a:extLst xmlns:a="http://schemas.openxmlformats.org/drawingml/2006/main">
              <a:ext uri="{FF2B5EF4-FFF2-40B4-BE49-F238E27FC236}">
                <a16:creationId xmlns:a16="http://schemas.microsoft.com/office/drawing/2014/main" id="{565542AA-F465-4F13-B0FD-034355AD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10" y="352234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9" name="Diagram node F">
            <a:extLst xmlns:a="http://schemas.openxmlformats.org/drawingml/2006/main">
              <a:ext uri="{FF2B5EF4-FFF2-40B4-BE49-F238E27FC236}">
                <a16:creationId xmlns:a16="http://schemas.microsoft.com/office/drawing/2014/main" id="{A0786F9C-0E7B-4A58-B55F-555BA79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486" y="352234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F</a:t>
            </a:r>
          </a:p>
        </p:txBody>
      </p:sp>
      <p:sp>
        <p:nvSpPr>
          <p:cNvPr id="10" name="Diagram node G">
            <a:extLst xmlns:a="http://schemas.openxmlformats.org/drawingml/2006/main">
              <a:ext uri="{FF2B5EF4-FFF2-40B4-BE49-F238E27FC236}">
                <a16:creationId xmlns:a16="http://schemas.microsoft.com/office/drawing/2014/main" id="{7968A745-7973-4D28-B723-23889A33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10" y="4250436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G</a:t>
            </a:r>
          </a:p>
        </p:txBody>
      </p:sp>
      <p:sp>
        <p:nvSpPr>
          <p:cNvPr id="11" name="Diagram node H">
            <a:extLst xmlns:a="http://schemas.openxmlformats.org/drawingml/2006/main">
              <a:ext uri="{FF2B5EF4-FFF2-40B4-BE49-F238E27FC236}">
                <a16:creationId xmlns:a16="http://schemas.microsoft.com/office/drawing/2014/main" id="{9F56616C-284A-41D7-9384-89CCB1CA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982" y="4250436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H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3E189-F16C-43BA-912C-9F9E53D960C7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6"/>
          </p:cNvCxnSpPr>
          <p:nvPr/>
        </p:nvCxnSpPr>
        <p:spPr>
          <a:xfrm xmlns:a="http://schemas.openxmlformats.org/drawingml/2006/main" flipH="1">
            <a:off x="4112514" y="2417826"/>
            <a:ext cx="1735836" cy="676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3A863-AAC5-46AC-A1CF-E031F5FF4050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6343650" y="2417826"/>
            <a:ext cx="1735836" cy="676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14111-FC1D-4ECB-B075-ED2C033C81D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7"/>
          </p:cNvCxnSpPr>
          <p:nvPr/>
        </p:nvCxnSpPr>
        <p:spPr>
          <a:xfrm xmlns:a="http://schemas.openxmlformats.org/drawingml/2006/main" flipH="1">
            <a:off x="2738483" y="3269026"/>
            <a:ext cx="951266" cy="32585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A127F-093E-470A-85F4-645B04DF1AC5}"/>
              </a:ext>
            </a:extLst>
          </p:cNvPr>
          <p:cNvCxnSpPr>
            <a:stCxn xmlns:a="http://schemas.openxmlformats.org/drawingml/2006/main" id="5" idx="5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39979" y="3269026"/>
            <a:ext cx="951266" cy="32585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81ABC-EF81-464C-A7DC-9241D87A5742}"/>
              </a:ext>
            </a:extLst>
          </p:cNvPr>
          <p:cNvCxnSpPr>
            <a:stCxn xmlns:a="http://schemas.openxmlformats.org/drawingml/2006/main" id="6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327136" y="3341561"/>
            <a:ext cx="0" cy="18078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DCAE5-364C-41E8-B486-9E94DD8F2F99}"/>
              </a:ext>
            </a:extLst>
          </p:cNvPr>
          <p:cNvCxnSpPr>
            <a:stCxn xmlns:a="http://schemas.openxmlformats.org/drawingml/2006/main" id="8" idx="4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166360" y="4017645"/>
            <a:ext cx="0" cy="2327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744CD-1373-41B5-A3B3-0DB962A76E2E}"/>
              </a:ext>
            </a:extLst>
          </p:cNvPr>
          <p:cNvCxnSpPr>
            <a:stCxn xmlns:a="http://schemas.openxmlformats.org/drawingml/2006/main" id="9" idx="5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502251" y="3945110"/>
            <a:ext cx="951266" cy="37786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B308A88-089E-4A83-A2AF-4AE61B93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两条最长路径均含4个结点，按先左后右搜索可先找到A、B、E、G。</a:t>
            </a:r>
          </a:p>
        </p:txBody>
      </p:sp>
      <p:sp>
        <p:nvSpPr>
          <p:cNvPr id="2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76990EE-9242-4CA9-9E22-5E294D5D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D虽先被访问，但它所在根叶路径只有3个结点。</a:t>
            </a:r>
          </a:p>
        </p:txBody>
      </p:sp>
      <p:sp>
        <p:nvSpPr>
          <p:cNvPr id="2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5DC4B0B-6720-49FB-AD9B-5A78BDBE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493761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4B8FC-357E-4DD5-A75E-484F0AC990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91dce448046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3F9D1AD-7EEA-4900-A41C-47F85B21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74EB6D5-8F4F-424C-ABD9-33F0C897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高度从孩子返回到父结点</a:t>
            </a:r>
          </a:p>
        </p:txBody>
      </p:sp>
      <p:sp>
        <p:nvSpPr>
          <p:cNvPr id="4" name="Diagram node A">
            <a:extLst xmlns:a="http://schemas.openxmlformats.org/drawingml/2006/main">
              <a:ext uri="{FF2B5EF4-FFF2-40B4-BE49-F238E27FC236}">
                <a16:creationId xmlns:a16="http://schemas.microsoft.com/office/drawing/2014/main" id="{B0DDFFE4-DCF0-4989-BEC4-490EB115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583" y="2132076"/>
            <a:ext cx="576834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A:4</a:t>
            </a:r>
          </a:p>
        </p:txBody>
      </p:sp>
      <p:sp>
        <p:nvSpPr>
          <p:cNvPr id="5" name="Diagram node B">
            <a:extLst xmlns:a="http://schemas.openxmlformats.org/drawingml/2006/main">
              <a:ext uri="{FF2B5EF4-FFF2-40B4-BE49-F238E27FC236}">
                <a16:creationId xmlns:a16="http://schemas.microsoft.com/office/drawing/2014/main" id="{AE9E3235-F8A1-4E68-9309-9E8D0F64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447" y="2684336"/>
            <a:ext cx="576834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B:3</a:t>
            </a:r>
          </a:p>
        </p:txBody>
      </p:sp>
      <p:sp>
        <p:nvSpPr>
          <p:cNvPr id="6" name="Diagram node C">
            <a:extLst xmlns:a="http://schemas.openxmlformats.org/drawingml/2006/main">
              <a:ext uri="{FF2B5EF4-FFF2-40B4-BE49-F238E27FC236}">
                <a16:creationId xmlns:a16="http://schemas.microsoft.com/office/drawing/2014/main" id="{71A8BDF3-A272-41EB-9529-E783302F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719" y="2684336"/>
            <a:ext cx="576834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C:3</a:t>
            </a:r>
          </a:p>
        </p:txBody>
      </p:sp>
      <p:sp>
        <p:nvSpPr>
          <p:cNvPr id="7" name="Diagram node D">
            <a:extLst xmlns:a="http://schemas.openxmlformats.org/drawingml/2006/main">
              <a:ext uri="{FF2B5EF4-FFF2-40B4-BE49-F238E27FC236}">
                <a16:creationId xmlns:a16="http://schemas.microsoft.com/office/drawing/2014/main" id="{9104F731-0A32-477A-BA52-E20D19C9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951" y="3236595"/>
            <a:ext cx="576834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D:1</a:t>
            </a:r>
          </a:p>
        </p:txBody>
      </p:sp>
      <p:sp>
        <p:nvSpPr>
          <p:cNvPr id="8" name="Diagram node E">
            <a:extLst xmlns:a="http://schemas.openxmlformats.org/drawingml/2006/main">
              <a:ext uri="{FF2B5EF4-FFF2-40B4-BE49-F238E27FC236}">
                <a16:creationId xmlns:a16="http://schemas.microsoft.com/office/drawing/2014/main" id="{8B1825E1-CB05-429C-AC0C-4833D67C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943" y="3236595"/>
            <a:ext cx="576834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E:2</a:t>
            </a:r>
          </a:p>
        </p:txBody>
      </p:sp>
      <p:sp>
        <p:nvSpPr>
          <p:cNvPr id="9" name="Diagram node F">
            <a:extLst xmlns:a="http://schemas.openxmlformats.org/drawingml/2006/main">
              <a:ext uri="{FF2B5EF4-FFF2-40B4-BE49-F238E27FC236}">
                <a16:creationId xmlns:a16="http://schemas.microsoft.com/office/drawing/2014/main" id="{9B742F14-40F7-467D-B06F-22691050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719" y="3236595"/>
            <a:ext cx="576834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F:2</a:t>
            </a:r>
          </a:p>
        </p:txBody>
      </p:sp>
      <p:sp>
        <p:nvSpPr>
          <p:cNvPr id="10" name="Diagram node G">
            <a:extLst xmlns:a="http://schemas.openxmlformats.org/drawingml/2006/main">
              <a:ext uri="{FF2B5EF4-FFF2-40B4-BE49-F238E27FC236}">
                <a16:creationId xmlns:a16="http://schemas.microsoft.com/office/drawing/2014/main" id="{2F3BC526-DD8E-4BCD-AC08-722B8CB8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943" y="3831336"/>
            <a:ext cx="576834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G:1</a:t>
            </a:r>
          </a:p>
        </p:txBody>
      </p:sp>
      <p:sp>
        <p:nvSpPr>
          <p:cNvPr id="11" name="Diagram node H">
            <a:extLst xmlns:a="http://schemas.openxmlformats.org/drawingml/2006/main">
              <a:ext uri="{FF2B5EF4-FFF2-40B4-BE49-F238E27FC236}">
                <a16:creationId xmlns:a16="http://schemas.microsoft.com/office/drawing/2014/main" id="{C24E54BE-CD3B-4542-9145-A24737B9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215" y="3831336"/>
            <a:ext cx="576834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H:1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CDDD5-A074-4AA3-B114-8DC5C094F3E3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6"/>
          </p:cNvCxnSpPr>
          <p:nvPr/>
        </p:nvCxnSpPr>
        <p:spPr>
          <a:xfrm xmlns:a="http://schemas.openxmlformats.org/drawingml/2006/main" flipH="1">
            <a:off x="4153281" y="2379726"/>
            <a:ext cx="1654302" cy="5522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0796D-4457-440C-AAE2-123751558AA3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6384417" y="2379726"/>
            <a:ext cx="1654302" cy="5522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8826B-F7EF-43FB-B9AB-8B168746DC3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7"/>
          </p:cNvCxnSpPr>
          <p:nvPr/>
        </p:nvCxnSpPr>
        <p:spPr>
          <a:xfrm xmlns:a="http://schemas.openxmlformats.org/drawingml/2006/main" flipH="1">
            <a:off x="2767310" y="2931986"/>
            <a:ext cx="809137" cy="37714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B2329-6525-4EF6-8D10-BF88031308BD}"/>
              </a:ext>
            </a:extLst>
          </p:cNvPr>
          <p:cNvCxnSpPr>
            <a:stCxn xmlns:a="http://schemas.openxmlformats.org/drawingml/2006/main" id="5" idx="5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4068806" y="3107101"/>
            <a:ext cx="809137" cy="37714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05F97-1E0A-4719-9268-35A4C52D4221}"/>
              </a:ext>
            </a:extLst>
          </p:cNvPr>
          <p:cNvCxnSpPr>
            <a:stCxn xmlns:a="http://schemas.openxmlformats.org/drawingml/2006/main" id="6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327136" y="3179636"/>
            <a:ext cx="0" cy="5695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FAF2E-5610-4203-89A6-51D7EF607E52}"/>
              </a:ext>
            </a:extLst>
          </p:cNvPr>
          <p:cNvCxnSpPr>
            <a:stCxn xmlns:a="http://schemas.openxmlformats.org/drawingml/2006/main" id="8" idx="4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166360" y="3731895"/>
            <a:ext cx="0" cy="9944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A4270-3215-4A20-B53B-E1641B27ED74}"/>
              </a:ext>
            </a:extLst>
          </p:cNvPr>
          <p:cNvCxnSpPr>
            <a:stCxn xmlns:a="http://schemas.openxmlformats.org/drawingml/2006/main" id="9" idx="5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8531078" y="3659360"/>
            <a:ext cx="809137" cy="41962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34849FB-3B3B-47DA-9C8C-1694AB1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结点后的数是子树高度。空孩子返回0，父结点取两个孩子高度的较大者加1。</a:t>
            </a:r>
          </a:p>
        </p:txBody>
      </p:sp>
      <p:sp>
        <p:nvSpPr>
          <p:cNvPr id="2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EF68197-4511-48DC-9390-E3B3F66A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G返回1，E返回2，B比较D的1与E的2后返回3。</a:t>
            </a:r>
          </a:p>
        </p:txBody>
      </p:sp>
      <p:sp>
        <p:nvSpPr>
          <p:cNvPr id="2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1CF6D95-8E3B-43B0-9E61-470C58B6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A比较左右子树的3与3，得到目标高度4。</a:t>
            </a:r>
          </a:p>
        </p:txBody>
      </p:sp>
      <p:sp>
        <p:nvSpPr>
          <p:cNvPr id="2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C16B929-DF5C-4D94-A03A-2B8FB156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69681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0E662-D0CE-4A45-816E-B855C9E7BA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98341372041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7151C7D-455A-4686-B5FA-F1FA17C8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A8B80EF-2143-43EE-995C-053B38A2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两次遍历分别完成一个任务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3938DE7-E01F-460C-8590-496B9E6D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第1次：递归求树高 h。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24D38FF-2091-4F18-ADB5-A86F4359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第2次：从根搜索，进入深度 d 时写 path[d]。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F1E2022-3D44-4853-B9D9-5EA47574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找到满足 d+1=h 的叶结点就返回成功，保留当前数组前 h 项。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493A705-83CE-42A9-BD4C-DA665ECB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搜索失败的支路可被后续支路覆盖，无须每次复制整条路径。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1AB5A22-17A4-40F5-AD3C-365ED516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177223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1AEE6-105D-40A9-B8B0-FBB873DC0D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16bff3b0446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35931BB-C422-4C53-96A8-53E514EB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1D77B72-8DC8-463B-99C9-2F2D5F97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路径数组与当前递归层一一对应</a:t>
            </a:r>
          </a:p>
        </p:txBody>
      </p:sp>
      <p:sp>
        <p:nvSpPr>
          <p:cNvPr id="4" name="Diagram node A">
            <a:extLst xmlns:a="http://schemas.openxmlformats.org/drawingml/2006/main">
              <a:ext uri="{FF2B5EF4-FFF2-40B4-BE49-F238E27FC236}">
                <a16:creationId xmlns:a16="http://schemas.microsoft.com/office/drawing/2014/main" id="{0AE73230-5AEC-4528-9EBC-E745727E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693" y="2821305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5" name="Diagram node B">
            <a:extLst xmlns:a="http://schemas.openxmlformats.org/drawingml/2006/main">
              <a:ext uri="{FF2B5EF4-FFF2-40B4-BE49-F238E27FC236}">
                <a16:creationId xmlns:a16="http://schemas.microsoft.com/office/drawing/2014/main" id="{CD72E69E-C823-45B9-A7FC-2C049B44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93" y="2821305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6" name="Diagram node E">
            <a:extLst xmlns:a="http://schemas.openxmlformats.org/drawingml/2006/main">
              <a:ext uri="{FF2B5EF4-FFF2-40B4-BE49-F238E27FC236}">
                <a16:creationId xmlns:a16="http://schemas.microsoft.com/office/drawing/2014/main" id="{2F10EDBA-F4E6-4870-AEA5-6B471E3B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893" y="2821305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7" name="Diagram node G">
            <a:extLst xmlns:a="http://schemas.openxmlformats.org/drawingml/2006/main">
              <a:ext uri="{FF2B5EF4-FFF2-40B4-BE49-F238E27FC236}">
                <a16:creationId xmlns:a16="http://schemas.microsoft.com/office/drawing/2014/main" id="{48165271-2C6B-4FD9-8CDE-87492F0C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7993" y="2821305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2A7AB-064C-4C09-9A5E-A58654B83B7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11043" y="305943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B7BB7-2818-4058-AF86-F85307B6EDC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335143" y="305943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3DF5A-14B0-48D6-951F-39BCEF6A942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59243" y="305943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E786018-91E3-496A-9743-F9863243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3690747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path[0]</a:t>
            </a:r>
          </a:p>
        </p:txBody>
      </p: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6C3AC79-A88E-401F-AAE7-860F1D23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593" y="3690747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path[1]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0738E8A-8A87-4466-B457-68972DFD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693" y="3690747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path[2]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D577A3C-828F-498A-A8C6-0F2C5473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793" y="3690747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path[3]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4637429-47E9-4C78-8429-6003FCA1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成功时path的有效前缀为A、B、E、G。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D94150A-1BEA-4ADE-BD9F-D0BEFC8F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先访问D时path[2]=D，转入E后同一位置改为E。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8B3C9E2-03BF-4276-A6A3-D616D3DA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d=3对应第4个结点，叶G满足d+1==h。</a:t>
            </a:r>
          </a:p>
        </p:txBody>
      </p:sp>
      <p:sp>
        <p:nvSpPr>
          <p:cNvPr id="1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53ECE10-D1CF-4030-9F24-F6E470F9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8334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6CA6B-66E4-481B-B7F8-66B5CD00D5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8d0b77cd249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789B765-EC48-4614-87A1-43C3D28B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36C825C-A0CE-4563-9694-1C932F76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最长根叶路径的实现（1/3）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DE2EC-1C11-46F7-AC7A-74633744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ACA7B-A4D2-4DB3-A03E-980B8DDB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A3A7B05-FCFB-4D4C-AEC1-D07B6673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int treeHeight(const TreeNode *t)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(t == NULL) return 0;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a=treeHeight(t-&gt;left), b=treeHeight(t-&gt;right);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(a&gt;b ? a:b)+1;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6FE735C-ED79-4086-8F1E-C8C8F041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91819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5C338-AAD0-4168-9F57-B9D6480C26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48a244ec84f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ED36474-9E0D-4F5F-BEC5-FA435E7D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7A77A09-1AFF-4F22-BD79-5C50202E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最长根叶路径的实现（2/3）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34E52-956B-462D-9D82-96C98BF0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71EE6-1687-407D-B4EC-29189F6E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762D418-8B05-45C3-907F-97F261A1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581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bool deepest(const TreeNode *t, int d, int h, int path[])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(t == NULL) return false;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path[d] = t-&gt;data;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(t-&gt;left==NULL &amp;&amp; t-&gt;right==NULL) return d+1==h;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deepest(t-&gt;left,d+1,h,path) ||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deepest(t-&gt;right,d+1,h,path);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4FF5417-E0D3-4658-BD63-D7915C5B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87203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6290E-2D90-40FF-BA1E-530CC4E728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02eaa368b40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916FDB7-CD9A-4632-AC61-6B18E4EF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818D9E9-8B6D-4FBF-B8E6-C6ECD68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最长根叶路径的实现（3/3）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C503A-5DE7-4677-ADEC-7760A585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EF454-C504-4015-842C-4F2BFA07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4F46AD1-4CB7-4EEA-AA9E-B91171F8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int longestPath(const TreeNode *root, int path[])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h=treeHeight(root);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(h!=0) deepest(root,0,h,path);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h;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void printLongest(const TreeNode *root, int path[])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len=longestPath(root,path);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 (int i=0;i&lt;len;++i) printf("%d ",path[i]);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printf("length=%d\n",len);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D24726A-01AB-4CCA-9B8E-5A0D2B01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782051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42759-743E-4DBB-99DE-51F84E2F55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2bf6c12cf41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1E0639F-5693-471B-A3F1-EFDDF0A4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CD02E52-66FE-4628-A070-F603CD47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最长路径的答案思想段怎样组织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C6E3529-9A60-4E94-84DD-D317B9E3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先递归计算树高h，空树高度为0。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16D3672-9ADE-4B4A-AE6D-DA6C5572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再从根开始深度优先搜索，将深度d的结点写入path[d]。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3BA50E0-0F9F-4CAC-8C02-5D63D69A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遇到满足d+1=h的叶结点时成功返回，保留这条根叶路径。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FA5B6F8-D579-4E7D-9DF1-D0F7A0BF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最后输出path的前h项及长度h。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F0EA307-3A3C-4AC9-9865-E38CB8FA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94993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E7C6F-4C8D-4C68-8249-F995B46328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ca66c3a984a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8E60F66-C868-468C-9346-4AA4B0D4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CE9BB94-900D-4440-97C2-11C1F9CD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复制路径会改变时间分析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BB6EE43-7091-4EBF-955C-A200E627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本实现：求高 O(n)，再找最深叶至多 O(n)，打印 O(h)。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A0D3066-8C05-4419-A8EB-DECB867D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总时间 O(n)，辅助递归栈 O(h)。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0E2080D-617E-49EB-947D-B05B4300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path 是输出数组，容量 O(h) 即可；若一并计存储，总量仍 O(h)。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9608904-8C7E-441D-A637-0F3F4B55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每遇新最优就复制整条路径的另一写法，必须额外统计复制量。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CE9240E-E1C3-402E-A13A-59E740C1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65155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0D6BB0-E0BA-4C43-A913-27ACE895F5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e94c153de45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0923F50-2337-4B89-9871-690F62BC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24B0EB1-CA7C-4ACB-A42B-69416DB8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反复复制更长路径可能累计到平方</a:t>
            </a:r>
          </a:p>
        </p:txBody>
      </p:sp>
      <p:sp>
        <p:nvSpPr>
          <p:cNvPr id="4" name="Diagram node A">
            <a:extLst xmlns:a="http://schemas.openxmlformats.org/drawingml/2006/main">
              <a:ext uri="{FF2B5EF4-FFF2-40B4-BE49-F238E27FC236}">
                <a16:creationId xmlns:a16="http://schemas.microsoft.com/office/drawing/2014/main" id="{96BF24ED-85CA-492C-B5A5-7D9839FF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2132076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5" name="Diagram node X">
            <a:extLst xmlns:a="http://schemas.openxmlformats.org/drawingml/2006/main">
              <a:ext uri="{FF2B5EF4-FFF2-40B4-BE49-F238E27FC236}">
                <a16:creationId xmlns:a16="http://schemas.microsoft.com/office/drawing/2014/main" id="{00F82FD3-B700-479D-B637-68D114B5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" y="2705576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6" name="Diagram node B">
            <a:extLst xmlns:a="http://schemas.openxmlformats.org/drawingml/2006/main">
              <a:ext uri="{FF2B5EF4-FFF2-40B4-BE49-F238E27FC236}">
                <a16:creationId xmlns:a16="http://schemas.microsoft.com/office/drawing/2014/main" id="{F161A34E-3BFE-466A-B487-2AB4F5E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10" y="2705576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7" name="Diagram node Y">
            <a:extLst xmlns:a="http://schemas.openxmlformats.org/drawingml/2006/main">
              <a:ext uri="{FF2B5EF4-FFF2-40B4-BE49-F238E27FC236}">
                <a16:creationId xmlns:a16="http://schemas.microsoft.com/office/drawing/2014/main" id="{B89D0CA6-7661-4B37-980C-524B6A52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70" y="3279077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Y</a:t>
            </a:r>
          </a:p>
        </p:txBody>
      </p:sp>
      <p:sp>
        <p:nvSpPr>
          <p:cNvPr id="8" name="Diagram node C">
            <a:extLst xmlns:a="http://schemas.openxmlformats.org/drawingml/2006/main">
              <a:ext uri="{FF2B5EF4-FFF2-40B4-BE49-F238E27FC236}">
                <a16:creationId xmlns:a16="http://schemas.microsoft.com/office/drawing/2014/main" id="{EDDA0856-F37C-452E-85E2-25E42174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810" y="3279077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9" name="Diagram node Z">
            <a:extLst xmlns:a="http://schemas.openxmlformats.org/drawingml/2006/main">
              <a:ext uri="{FF2B5EF4-FFF2-40B4-BE49-F238E27FC236}">
                <a16:creationId xmlns:a16="http://schemas.microsoft.com/office/drawing/2014/main" id="{1E438BE3-176C-41A7-B7E0-ED109822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170" y="3852577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Z</a:t>
            </a:r>
          </a:p>
        </p:txBody>
      </p:sp>
      <p:sp>
        <p:nvSpPr>
          <p:cNvPr id="10" name="Diagram node D">
            <a:extLst xmlns:a="http://schemas.openxmlformats.org/drawingml/2006/main">
              <a:ext uri="{FF2B5EF4-FFF2-40B4-BE49-F238E27FC236}">
                <a16:creationId xmlns:a16="http://schemas.microsoft.com/office/drawing/2014/main" id="{4BEE8432-12DB-4BF8-A558-20ECEE28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3852577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7A0C6-3EF9-446D-9D47-CF3BA7B0DA3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7"/>
          </p:cNvCxnSpPr>
          <p:nvPr/>
        </p:nvCxnSpPr>
        <p:spPr>
          <a:xfrm xmlns:a="http://schemas.openxmlformats.org/drawingml/2006/main" flipH="1">
            <a:off x="2087735" y="2554841"/>
            <a:ext cx="579410" cy="223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C28B5-0692-4EE6-9F01-309B6055DC0C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089910" y="2379726"/>
            <a:ext cx="1828800" cy="57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4D246-492B-4143-B737-1A74C29044E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7"/>
          </p:cNvCxnSpPr>
          <p:nvPr/>
        </p:nvCxnSpPr>
        <p:spPr>
          <a:xfrm xmlns:a="http://schemas.openxmlformats.org/drawingml/2006/main" flipH="1">
            <a:off x="4411835" y="3128341"/>
            <a:ext cx="579410" cy="22327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C976C-6625-4674-8F67-8693C0604CE1}"/>
              </a:ext>
            </a:extLst>
          </p:cNvPr>
          <p:cNvCxnSpPr>
            <a:stCxn xmlns:a="http://schemas.openxmlformats.org/drawingml/2006/main" id="6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414010" y="2953226"/>
            <a:ext cx="1828800" cy="57350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BA6FB-1CF9-4D96-A273-FD32CFE313B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7"/>
          </p:cNvCxnSpPr>
          <p:nvPr/>
        </p:nvCxnSpPr>
        <p:spPr>
          <a:xfrm xmlns:a="http://schemas.openxmlformats.org/drawingml/2006/main" flipH="1">
            <a:off x="6735935" y="3701842"/>
            <a:ext cx="579410" cy="223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2F740-F0E2-43ED-8039-E937415B40CA}"/>
              </a:ext>
            </a:extLst>
          </p:cNvPr>
          <p:cNvCxnSpPr>
            <a:stCxn xmlns:a="http://schemas.openxmlformats.org/drawingml/2006/main" id="8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7738110" y="3526727"/>
            <a:ext cx="1828800" cy="57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8791C57-725B-4F88-850D-E32F87C0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按先左后右访问，首次发现更长路径时依次复制2、3、4个结点。</a:t>
            </a:r>
          </a:p>
        </p:txBody>
      </p:sp>
      <p:sp>
        <p:nvSpPr>
          <p:cNvPr id="1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7200EB7-14C4-4842-8C0A-2A4C5D9A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延长同样结构，复制总量为2+3+…+h。</a:t>
            </a:r>
          </a:p>
        </p:txBody>
      </p: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653E5FB-C130-4997-AE3D-39889760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结点数量与h同阶，累计复制可达到O(n²)。</a:t>
            </a:r>
          </a:p>
        </p:txBody>
      </p:sp>
      <p:sp>
        <p:nvSpPr>
          <p:cNvPr id="2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79796CB-C2BF-4A70-9855-3AA575AB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1954987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FA44B-5296-40BC-8527-4E7D945CA9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399ecdf9243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71D025E-2ECF-4D5A-9FA6-B7A0FB0D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65A73E8-F5C7-46B1-BBAB-34887BCB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模拟卷六：直接写出后序序列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D6E960D-50C0-4124-B81E-C85312B6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给定合法先序 pre 和中序 in，n 个标识互不相同。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EC6526D-4CA9-4EC3-A0EF-29772E00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输出同一棵树的后序到 post，不创建树结点。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8E6AA1D-285B-496D-9865-CA80913C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数组下标0起；n=0时不写入任何元素。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933E55A-B94D-4BF3-8E7B-BE37CBDB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题目要求序列结果，不能把“建好树”当作完成任务。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F7FB880-B86A-4102-9374-88A0D66A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8112880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B21DD-3CC9-420B-9B84-392AC7BA19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b0c8b794042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6183903-F046-43AF-B349-42003D61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433EC2F-BE65-4345-824D-1EFF02BE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一个完整区间怎样划分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71B6B-502F-4D49-B15D-009932274F11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46234"/>
                <a:gridCol w="6997966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B D E C 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B E A C 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A，中序左段长3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左子树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pre=B D E；in=D B 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右子树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pre=C F；in=C 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E B F C 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F91374E-8B1B-441A-BA70-91CCD3FF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8115744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8E685-F32A-4AC4-9AA6-24BFC31C93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71c29ca9146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E31CF9E-796F-4E7A-BFBE-571470B4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BACE267-3F9C-4805-B192-5E4260CD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递归调用前写清三个区间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8C25A-3398-4A26-998D-4D92A76185D4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29515"/>
                <a:gridCol w="2855654"/>
                <a:gridCol w="2629515"/>
                <a:gridCol w="2629515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先序起点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中序起点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左子树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pre+1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left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右子树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pre+left+1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in+left+1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n−left−1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54DD8E8-A791-4DF2-9D20-6879D944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4104113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454A9-BEC2-4703-9A0B-50FB4FA83E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e7ac418d540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B50EAD2-4E8D-47C5-B23E-39C3986B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51A7D0A-9702-490D-8C5C-BD4392CB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后序输出的位置由递归完成次序决定</a:t>
            </a:r>
          </a:p>
        </p:txBody>
      </p:sp>
      <p:sp>
        <p:nvSpPr>
          <p:cNvPr id="4" name="Diagram node A">
            <a:extLst xmlns:a="http://schemas.openxmlformats.org/drawingml/2006/main">
              <a:ext uri="{FF2B5EF4-FFF2-40B4-BE49-F238E27FC236}">
                <a16:creationId xmlns:a16="http://schemas.microsoft.com/office/drawing/2014/main" id="{D4CAFA55-F433-4874-AC14-1A28B919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22183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5" name="Diagram node B">
            <a:extLst xmlns:a="http://schemas.openxmlformats.org/drawingml/2006/main">
              <a:ext uri="{FF2B5EF4-FFF2-40B4-BE49-F238E27FC236}">
                <a16:creationId xmlns:a16="http://schemas.microsoft.com/office/drawing/2014/main" id="{20FA99CD-01D5-4309-9948-A81500C0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6277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6" name="Diagram node C">
            <a:extLst xmlns:a="http://schemas.openxmlformats.org/drawingml/2006/main">
              <a:ext uri="{FF2B5EF4-FFF2-40B4-BE49-F238E27FC236}">
                <a16:creationId xmlns:a16="http://schemas.microsoft.com/office/drawing/2014/main" id="{FA361BC2-4B5A-47DB-9831-8F7820FE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378" y="2976277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7" name="Diagram node D">
            <a:extLst xmlns:a="http://schemas.openxmlformats.org/drawingml/2006/main">
              <a:ext uri="{FF2B5EF4-FFF2-40B4-BE49-F238E27FC236}">
                <a16:creationId xmlns:a16="http://schemas.microsoft.com/office/drawing/2014/main" id="{DBF0BE20-3517-465C-AA82-9BC801C2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790" y="3860387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8" name="Diagram node E">
            <a:extLst xmlns:a="http://schemas.openxmlformats.org/drawingml/2006/main">
              <a:ext uri="{FF2B5EF4-FFF2-40B4-BE49-F238E27FC236}">
                <a16:creationId xmlns:a16="http://schemas.microsoft.com/office/drawing/2014/main" id="{998D09E2-B4B0-4CB2-B95A-83184268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10" y="3860387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9" name="Diagram node F">
            <a:extLst xmlns:a="http://schemas.openxmlformats.org/drawingml/2006/main">
              <a:ext uri="{FF2B5EF4-FFF2-40B4-BE49-F238E27FC236}">
                <a16:creationId xmlns:a16="http://schemas.microsoft.com/office/drawing/2014/main" id="{9D935B71-B67A-4C90-8CDD-DCCED8CD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982" y="3860387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F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81036-2E74-4022-9401-21FADA38DCC3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6"/>
          </p:cNvCxnSpPr>
          <p:nvPr/>
        </p:nvCxnSpPr>
        <p:spPr>
          <a:xfrm xmlns:a="http://schemas.openxmlformats.org/drawingml/2006/main" flipH="1">
            <a:off x="4019550" y="2469833"/>
            <a:ext cx="1828800" cy="75409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3C2F5-F522-4575-8272-38F013ACE6BF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6343650" y="2469833"/>
            <a:ext cx="2014728" cy="75409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33FBD-4E3B-40E9-8041-CE189EFFA62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7"/>
          </p:cNvCxnSpPr>
          <p:nvPr/>
        </p:nvCxnSpPr>
        <p:spPr>
          <a:xfrm xmlns:a="http://schemas.openxmlformats.org/drawingml/2006/main" flipH="1">
            <a:off x="2552555" y="3399042"/>
            <a:ext cx="1044230" cy="5338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53878-7C45-4DE7-8E38-9E65C72242E3}"/>
              </a:ext>
            </a:extLst>
          </p:cNvPr>
          <p:cNvCxnSpPr>
            <a:stCxn xmlns:a="http://schemas.openxmlformats.org/drawingml/2006/main" id="5" idx="5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47015" y="3399042"/>
            <a:ext cx="1044230" cy="5338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AE8B1-28CA-44D2-9ABF-F4FB8A350038}"/>
              </a:ext>
            </a:extLst>
          </p:cNvPr>
          <p:cNvCxnSpPr>
            <a:stCxn xmlns:a="http://schemas.openxmlformats.org/drawingml/2006/main" id="6" idx="5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81143" y="3399042"/>
            <a:ext cx="672374" cy="5338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405B371-7914-47F6-8E57-5DE80842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572762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左段3项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9841FDF-3F54-4AB6-B37F-B58A8676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153" y="4572762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右段2项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B9A9F02-3A45-4A70-B95A-51E78A47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完成左子树D、E、B，再完成右子树F、C，最后写入根A。</a:t>
            </a:r>
          </a:p>
        </p:txBody>
      </p:sp>
      <p:sp>
        <p:nvSpPr>
          <p:cNvPr id="1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3341678-1CCD-4A1C-B83D-F17C84F7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out由0推进到3，再推进到5，根A写入post[5]。</a:t>
            </a:r>
          </a:p>
        </p:txBody>
      </p: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55EF3B9-5F39-4FBE-8087-5541F9DD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7504809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5825A-3A0A-4707-A2BA-75F0E642E8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70b33411244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CBFB2B9-3159-4FAB-AA1F-5FDA3361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DE09DAA-06B0-44AA-B6F0-1E0266A0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直接生成后序的实现（1/2）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18079-6183-45DB-BE90-C07CC456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01F65-DF6D-4CA2-923C-50A0D557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121A0EB-466D-4DF8-9CE6-6C8C2554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void fillPost(const int pre[], const int in[], int n,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  int post[], int &amp;out)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(n==0) return;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left=0;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while (in[left]!=pre[0]) ++left;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fillPost(pre+1,in,left,post,out);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fillPost(pre+left+1,in+left+1,n-left-1,post,out);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post[out++]=pre[0];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30655EB-8931-4C24-BC50-F992F549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0842239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FEA18-FF5C-40EF-8887-43BACC3B09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e926785a44b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DD5E7DD-DC37-428F-BF77-08E43537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1F3BEA9-5012-4237-8B5B-00DE267C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直接生成后序的实现（2/2）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DEF6F-9929-447D-8535-8B0CC86D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69B52-F82F-4E5B-BAA1-C6549A0A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5033F21-1408-4062-B0BA-6FE96255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void toPost(const int pre[], const int in[], int n, int post[])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out=0;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fillPost(pre,in,n,post,out);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DFDC207-611C-436B-8D30-5634C318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4423844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877E6-3ACA-4265-A6CA-BCA55200B4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a538071734a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6A0136D-FA76-4BF5-8ECA-B8D03CFE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585C7C5-17AB-40D6-B74C-FC5D4BC1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扫描根位置使最坏时间达到平方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5294964-4DD7-4865-B820-A1BD5D9A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在每个中序段中线性寻找根。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1271DC2-3A24-4F16-802E-17E3354E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最坏左链：扫描 n、n−1、…、1 个元素。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3594210-1B91-43AF-8FDE-D1B95121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最坏时间 O(n²)，递归栈 O(h)，最坏 O(n)。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22A9198-2744-4B7A-B507-9A3C17CC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post 为题目给定输出数组，不计新增辅助空间。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DDCE90C-F368-45F3-8FAD-ABB17350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若另建值到下标的查找结构，需说明额外空间和实现条件。</a:t>
            </a:r>
          </a:p>
        </p:txBody>
      </p:sp>
      <p:sp>
        <p:nvSpPr>
          <p:cNvPr id="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FD95014-B789-4105-8FE1-F2E3EA68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616336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BCC64-8EF4-4684-839A-906987EF14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51dbe822441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95C6239-82D4-4483-B2E7-F1E17B3A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22F4252-0656-4951-882D-1F329CC2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直接后序题的思想与复杂度怎样落笔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958702D-E6F0-4E89-A057-58889536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以先序首项为根，在当前中序段找到根，得到左子树长度left。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70D54C9-3E0A-4D23-9164-E3738CF3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按left划分两组遍历区间，递归写左后序、右后序，最后写根。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A7AC2E2-86DF-4499-BF71-190DC1B9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用共享输出下标out连续填充post，空区间直接返回。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52F01E5-F7C0-41E8-9F71-20FEC08A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当前代码逐段扫描根位置，最坏时间O(n²)，辅助栈O(h)。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71A346A-DE16-4B78-9FCF-061474DB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7137297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71E7C-C01A-4679-8CE4-D814ED9DBD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567abe1e741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768D0EB-C1D1-4265-83F6-E2D373A1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4F06BCC-252A-4360-A8B1-BB311D86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课堂检查：两个输出错误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1AFE6B4-C75D-489E-90B6-F339C95D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最长路径代码只返回 treeHeight(root)，遗漏什么？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7482832-B1A7-4C6E-BE16-33B38DD5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直接后序代码把 out 改成值传递，会发生什么？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78EE4A0-0A7D-4D88-9CE1-96DA1CE4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对 pre=[1,2,3]、in=[2,1,3] 手写正确后序。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C3D0F00-FAC0-4BD8-BA62-6574AB13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4289750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D37BE-D116-44F6-8F60-35CA02544C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df1f3369646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ABEBA4D-7F5C-43B9-9404-86E77B7E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检查答案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6EF2C8C-7007-47A8-BC5E-F76DB080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课堂检查参考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706FA04-3287-4C9C-B076-6792E17F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须补输出完整根叶结点序列，树高只是其中一个结果。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9153D54-9F8C-4D93-B1C3-4ABCB4CC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out 必须在子树之间共享推进；值传递会让输出位置回退。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92A0E60-4598-4061-A03A-0B85F369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正确后序为 [2,3,1]。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7675276-FB12-4867-9760-657C0628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07391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2026-10-27T10:00:30.7000000Z</dcterms:created>
  <dcterms:modified xsi:type="dcterms:W3CDTF">2026-10-27T10:00:30.7000000Z</dcterms:modified>
</coreProperties>
</file>
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8e06a9fac4a82" /><Relationship Type="http://schemas.openxmlformats.org/officeDocument/2006/relationships/extended-properties" Target="/docProps/app.xml" Id="Reb8c154ac2b84864" /><Relationship Type="http://schemas.openxmlformats.org/officeDocument/2006/relationships/officeDocument" Target="/ppt/presentation.xml" Id="Rdb090b202e92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92a64865443bc"/>
  </p:sldMasterIdLst>
  <p:notesMasterIdLst>
    <p:notesMasterId xmlns:r="http://schemas.openxmlformats.org/officeDocument/2006/relationships" r:id="R994c9c3ffe1546a6"/>
  </p:notesMasterIdLst>
  <p:sldIdLst>
    <p:sldId xmlns:r="http://schemas.openxmlformats.org/officeDocument/2006/relationships" id="256" r:id="R46529f8ffff44b32"/>
    <p:sldId xmlns:r="http://schemas.openxmlformats.org/officeDocument/2006/relationships" id="257" r:id="Rb73c31c266794852"/>
    <p:sldId xmlns:r="http://schemas.openxmlformats.org/officeDocument/2006/relationships" id="258" r:id="Rd3d7648dadfc4aed"/>
    <p:sldId xmlns:r="http://schemas.openxmlformats.org/officeDocument/2006/relationships" id="259" r:id="Rbd1e4fd661ca49bd"/>
    <p:sldId xmlns:r="http://schemas.openxmlformats.org/officeDocument/2006/relationships" id="260" r:id="Rfffae393e9f9448a"/>
    <p:sldId xmlns:r="http://schemas.openxmlformats.org/officeDocument/2006/relationships" id="261" r:id="R3b689f2261a14c2a"/>
    <p:sldId xmlns:r="http://schemas.openxmlformats.org/officeDocument/2006/relationships" id="262" r:id="R906185ea81414c28"/>
    <p:sldId xmlns:r="http://schemas.openxmlformats.org/officeDocument/2006/relationships" id="263" r:id="Rff1c8fec659c4b76"/>
    <p:sldId xmlns:r="http://schemas.openxmlformats.org/officeDocument/2006/relationships" id="264" r:id="R6da4de8221f44f11"/>
    <p:sldId xmlns:r="http://schemas.openxmlformats.org/officeDocument/2006/relationships" id="265" r:id="Rbda24e480f2d4029"/>
    <p:sldId xmlns:r="http://schemas.openxmlformats.org/officeDocument/2006/relationships" id="266" r:id="Rbd847dbf1fac4269"/>
    <p:sldId xmlns:r="http://schemas.openxmlformats.org/officeDocument/2006/relationships" id="267" r:id="R12a6d05a4f064480"/>
    <p:sldId xmlns:r="http://schemas.openxmlformats.org/officeDocument/2006/relationships" id="268" r:id="R8ee75dabc7ec408c"/>
    <p:sldId xmlns:r="http://schemas.openxmlformats.org/officeDocument/2006/relationships" id="269" r:id="Rfa18cae6269e4886"/>
    <p:sldId xmlns:r="http://schemas.openxmlformats.org/officeDocument/2006/relationships" id="270" r:id="Rd9858dc348fa4bfb"/>
    <p:sldId xmlns:r="http://schemas.openxmlformats.org/officeDocument/2006/relationships" id="271" r:id="R12686265c33a4e0d"/>
    <p:sldId xmlns:r="http://schemas.openxmlformats.org/officeDocument/2006/relationships" id="272" r:id="R5d50b62cc09b4611"/>
    <p:sldId xmlns:r="http://schemas.openxmlformats.org/officeDocument/2006/relationships" id="273" r:id="R345246c3937d468f"/>
    <p:sldId xmlns:r="http://schemas.openxmlformats.org/officeDocument/2006/relationships" id="274" r:id="Rf33128adf4764ad7"/>
    <p:sldId xmlns:r="http://schemas.openxmlformats.org/officeDocument/2006/relationships" id="275" r:id="R88f0b9d624734d37"/>
    <p:sldId xmlns:r="http://schemas.openxmlformats.org/officeDocument/2006/relationships" id="276" r:id="Rc3787e6f1a55430a"/>
    <p:sldId xmlns:r="http://schemas.openxmlformats.org/officeDocument/2006/relationships" id="277" r:id="R57890f51c99e46bd"/>
    <p:sldId xmlns:r="http://schemas.openxmlformats.org/officeDocument/2006/relationships" id="278" r:id="Rf6df0f99119c4bea"/>
    <p:sldId xmlns:r="http://schemas.openxmlformats.org/officeDocument/2006/relationships" id="279" r:id="Rda9600d0c22841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34c5648524b0a" /><Relationship Type="http://schemas.openxmlformats.org/officeDocument/2006/relationships/slideMaster" Target="/ppt/slideMasters/slideMaster1.xml" Id="R32392a64865443bc" /><Relationship Type="http://schemas.openxmlformats.org/officeDocument/2006/relationships/notesMaster" Target="/ppt/notesMasters/notesMaster1.xml" Id="R994c9c3ffe1546a6" /><Relationship Type="http://schemas.openxmlformats.org/officeDocument/2006/relationships/presProps" Target="/ppt/presProps.xml" Id="R85801405e0fb4b88" /><Relationship Type="http://schemas.openxmlformats.org/officeDocument/2006/relationships/tableStyles" Target="/ppt/tableStyles.xml" Id="R1ab66ee3e7d64360" /><Relationship Type="http://schemas.openxmlformats.org/officeDocument/2006/relationships/slide" Target="/ppt/slides/slide1.xml" Id="R46529f8ffff44b32" /><Relationship Type="http://schemas.openxmlformats.org/officeDocument/2006/relationships/slide" Target="/ppt/slides/slide2.xml" Id="Rb73c31c266794852" /><Relationship Type="http://schemas.openxmlformats.org/officeDocument/2006/relationships/slide" Target="/ppt/slides/slide3.xml" Id="Rd3d7648dadfc4aed" /><Relationship Type="http://schemas.openxmlformats.org/officeDocument/2006/relationships/slide" Target="/ppt/slides/slide4.xml" Id="Rbd1e4fd661ca49bd" /><Relationship Type="http://schemas.openxmlformats.org/officeDocument/2006/relationships/slide" Target="/ppt/slides/slide5.xml" Id="Rfffae393e9f9448a" /><Relationship Type="http://schemas.openxmlformats.org/officeDocument/2006/relationships/slide" Target="/ppt/slides/slide6.xml" Id="R3b689f2261a14c2a" /><Relationship Type="http://schemas.openxmlformats.org/officeDocument/2006/relationships/slide" Target="/ppt/slides/slide7.xml" Id="R906185ea81414c28" /><Relationship Type="http://schemas.openxmlformats.org/officeDocument/2006/relationships/slide" Target="/ppt/slides/slide8.xml" Id="Rff1c8fec659c4b76" /><Relationship Type="http://schemas.openxmlformats.org/officeDocument/2006/relationships/slide" Target="/ppt/slides/slide9.xml" Id="R6da4de8221f44f11" /><Relationship Type="http://schemas.openxmlformats.org/officeDocument/2006/relationships/slide" Target="/ppt/slides/slide10.xml" Id="Rbda24e480f2d4029" /><Relationship Type="http://schemas.openxmlformats.org/officeDocument/2006/relationships/slide" Target="/ppt/slides/slide11.xml" Id="Rbd847dbf1fac4269" /><Relationship Type="http://schemas.openxmlformats.org/officeDocument/2006/relationships/slide" Target="/ppt/slides/slide12.xml" Id="R12a6d05a4f064480" /><Relationship Type="http://schemas.openxmlformats.org/officeDocument/2006/relationships/slide" Target="/ppt/slides/slide13.xml" Id="R8ee75dabc7ec408c" /><Relationship Type="http://schemas.openxmlformats.org/officeDocument/2006/relationships/slide" Target="/ppt/slides/slide14.xml" Id="Rfa18cae6269e4886" /><Relationship Type="http://schemas.openxmlformats.org/officeDocument/2006/relationships/slide" Target="/ppt/slides/slide15.xml" Id="Rd9858dc348fa4bfb" /><Relationship Type="http://schemas.openxmlformats.org/officeDocument/2006/relationships/slide" Target="/ppt/slides/slide16.xml" Id="R12686265c33a4e0d" /><Relationship Type="http://schemas.openxmlformats.org/officeDocument/2006/relationships/slide" Target="/ppt/slides/slide17.xml" Id="R5d50b62cc09b4611" /><Relationship Type="http://schemas.openxmlformats.org/officeDocument/2006/relationships/slide" Target="/ppt/slides/slide18.xml" Id="R345246c3937d468f" /><Relationship Type="http://schemas.openxmlformats.org/officeDocument/2006/relationships/slide" Target="/ppt/slides/slide19.xml" Id="Rf33128adf4764ad7" /><Relationship Type="http://schemas.openxmlformats.org/officeDocument/2006/relationships/slide" Target="/ppt/slides/slide20.xml" Id="R88f0b9d624734d37" /><Relationship Type="http://schemas.openxmlformats.org/officeDocument/2006/relationships/slide" Target="/ppt/slides/slide21.xml" Id="Rc3787e6f1a55430a" /><Relationship Type="http://schemas.openxmlformats.org/officeDocument/2006/relationships/slide" Target="/ppt/slides/slide22.xml" Id="R57890f51c99e46bd" /><Relationship Type="http://schemas.openxmlformats.org/officeDocument/2006/relationships/slide" Target="/ppt/slides/slide23.xml" Id="Rf6df0f99119c4bea" /><Relationship Type="http://schemas.openxmlformats.org/officeDocument/2006/relationships/slide" Target="/ppt/slides/slide24.xml" Id="Rda9600d0c228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8574ee061b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01e446e954e0d" /><Relationship Type="http://schemas.openxmlformats.org/officeDocument/2006/relationships/notesMaster" Target="/ppt/notesMasters/notesMaster1.xml" Id="Re5e759ee970a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3d356e7d34c8c" /><Relationship Type="http://schemas.openxmlformats.org/officeDocument/2006/relationships/notesMaster" Target="/ppt/notesMasters/notesMaster1.xml" Id="R1fb8e417415c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b9dad5428453c" /><Relationship Type="http://schemas.openxmlformats.org/officeDocument/2006/relationships/notesMaster" Target="/ppt/notesMasters/notesMaster1.xml" Id="Rc3754b83e9314b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8a7c7e5d8d421a" /><Relationship Type="http://schemas.openxmlformats.org/officeDocument/2006/relationships/notesMaster" Target="/ppt/notesMasters/notesMaster1.xml" Id="Ra64b29db479347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955bcf9bf34006" /><Relationship Type="http://schemas.openxmlformats.org/officeDocument/2006/relationships/notesMaster" Target="/ppt/notesMasters/notesMaster1.xml" Id="Rb375473541f1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7c7199a754cdc" /><Relationship Type="http://schemas.openxmlformats.org/officeDocument/2006/relationships/notesMaster" Target="/ppt/notesMasters/notesMaster1.xml" Id="R8a30f57c5a454a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94c360c92b42b0" /><Relationship Type="http://schemas.openxmlformats.org/officeDocument/2006/relationships/notesMaster" Target="/ppt/notesMasters/notesMaster1.xml" Id="R25f15d1b30124d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4d8cf23e84f08" /><Relationship Type="http://schemas.openxmlformats.org/officeDocument/2006/relationships/notesMaster" Target="/ppt/notesMasters/notesMaster1.xml" Id="R3260ff11559d42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87537caf04ed0" /><Relationship Type="http://schemas.openxmlformats.org/officeDocument/2006/relationships/notesMaster" Target="/ppt/notesMasters/notesMaster1.xml" Id="R0027e242af8b47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ca8f71391a4cc3" /><Relationship Type="http://schemas.openxmlformats.org/officeDocument/2006/relationships/notesMaster" Target="/ppt/notesMasters/notesMaster1.xml" Id="R42b37e15ae8947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769ad9ad72460d" /><Relationship Type="http://schemas.openxmlformats.org/officeDocument/2006/relationships/notesMaster" Target="/ppt/notesMasters/notesMaster1.xml" Id="Rba0a3f195eb94c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0b3eeb43084c62" /><Relationship Type="http://schemas.openxmlformats.org/officeDocument/2006/relationships/notesMaster" Target="/ppt/notesMasters/notesMaster1.xml" Id="R755a91aecf664c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52095c767247f0" /><Relationship Type="http://schemas.openxmlformats.org/officeDocument/2006/relationships/notesMaster" Target="/ppt/notesMasters/notesMaster1.xml" Id="Rfe653cee680043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601dad136542eb" /><Relationship Type="http://schemas.openxmlformats.org/officeDocument/2006/relationships/notesMaster" Target="/ppt/notesMasters/notesMaster1.xml" Id="Rb129bc7a492946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615d0603864693" /><Relationship Type="http://schemas.openxmlformats.org/officeDocument/2006/relationships/notesMaster" Target="/ppt/notesMasters/notesMaster1.xml" Id="R4e8aff53250e4a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22b3f36b094d91" /><Relationship Type="http://schemas.openxmlformats.org/officeDocument/2006/relationships/notesMaster" Target="/ppt/notesMasters/notesMaster1.xml" Id="R6732f123951d42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29871d0754486a" /><Relationship Type="http://schemas.openxmlformats.org/officeDocument/2006/relationships/notesMaster" Target="/ppt/notesMasters/notesMaster1.xml" Id="R439302c28d9f46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ce06a4ce024de9" /><Relationship Type="http://schemas.openxmlformats.org/officeDocument/2006/relationships/notesMaster" Target="/ppt/notesMasters/notesMaster1.xml" Id="Rb4dba2653da041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c385bf161243d0" /><Relationship Type="http://schemas.openxmlformats.org/officeDocument/2006/relationships/notesMaster" Target="/ppt/notesMasters/notesMaster1.xml" Id="R85b1bc41fc7b47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bde15080e14eef" /><Relationship Type="http://schemas.openxmlformats.org/officeDocument/2006/relationships/notesMaster" Target="/ppt/notesMasters/notesMaster1.xml" Id="Reaa137f6fccd4a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88995afdb84f26" /><Relationship Type="http://schemas.openxmlformats.org/officeDocument/2006/relationships/notesMaster" Target="/ppt/notesMasters/notesMaster1.xml" Id="Rd27f51730e6444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e01597eb8548a9" /><Relationship Type="http://schemas.openxmlformats.org/officeDocument/2006/relationships/notesMaster" Target="/ppt/notesMasters/notesMaster1.xml" Id="Raeb1eefec61541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029ad2c7634216" /><Relationship Type="http://schemas.openxmlformats.org/officeDocument/2006/relationships/notesMaster" Target="/ppt/notesMasters/notesMaster1.xml" Id="R9d18f3e0203840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ec38a75a3bd4d29" /><Relationship Type="http://schemas.openxmlformats.org/officeDocument/2006/relationships/notesMaster" Target="/ppt/notesMasters/notesMaster1.xml" Id="R65cd38e5b0ba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同学们好。这节从完整题目出发，把读题、推演和答案书写连起来。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算法题中一段限制往往对应一段必须出现的代码。先把输入和输出写成简短契约，再决定用已有模板的哪一部分。复杂度要求不能代替功能要求；即使线性时间，也不能顺手释放B的结点。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这是已做模拟卷的原题重讲，训练重点是读出“B不变”与“释放A”。若套用2026交集阅读题的代码，会把B释放掉，虽然都叫双指针归并，任务已经不同。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两个序列严格递增让排除成立。比如A当前值3、B当前值5，B后面只会更大，不必再拿3和所有B元素比较。等值时A与B均可推进，但prev停在原地，因为它仍是新pa的前驱。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A中的1已经确定不在B中，因此prev停在1。当前pa和pb都指值为2的结点，但属于不同链，题面明确没有共享结点。删除的是A中的2，B中的2和它的next保持原样。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【停顿】让学生先用手指出删除完成后1的next应该指谁。应当直接到3，不能把A中2的地址释放以后再去读取它的next。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A初始1、2、3、5、7，B为2、3、4、5。连续删除2、3时，prev必须一直指1。最后B用尽，A剩余的7不需要继续扫描，因为已经没有任何可能匹配值。让学生检查最终1的next直接指7。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连续删除正是检验前驱是否更新正确的情形。删除2后pa到了3，但prev必须留在1，因为保留链的末端仍然是1。下一次删除3时，1的next再改到5。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若错误地令prev=pa，prev和pa就同时指3。下一次重连只改了3自己的next，随后又释放3，1还指向已经释放的3，保留链便损坏。错误可能在一次删除后暂时不显现，因此必须测试连续命中。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前驱从A头结点开始，首数据结点也能用同一删除方式。pb声明为指向常量结点的指针，表达不改B的要求。第一分支移动A，第二分支移动B，每一轮至少一个游标前进。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先保存待释放指针old，再推进pa和接回prev-&gt;next，最后释放old。不能free(pa)后再通过pa-&gt;next找后继。相等分支没有prev=pa；这正是连续删除测试的用途。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顺序可以从“释放后不再访问”推出，而不是背四行代码。必须在free之前取出后继，也必须保留待删结点的地址，才能既不丢余链又正确释放。重连和释放的相对次序在保存好地址后可以有等价写法，但任何版本都不能读已释放结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本题严格递增，所以等值时pb也可以前进一次；如果题目允许重复值，就要重新规定差集语义并处理整组重复，不能直接沿用这条推导。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答案的思想段不需要复述所有变量名，但要交代三种比较和有序性。全不相交时A保持原链，全相等时A只剩头结点；B为空时A不变，这三个边界足以快速发现任务理解错误。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写成：“利用两表严格递增的条件，用pa、pb分别扫描A、B，以prev保存A当前结点的保留前驱。若A当前值较小，B后面不可能再匹配它，故保留并推进A；若B当前值较小，只推进B；若相等，从A删除并释放当前结点，前驱保持不动，同时推进两游标。扫描在任一游标为空时结束，B结束后A余段自然保留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复杂度再补一句：每次比较至少推进一个游标，两者合计最多访问m+n个数据结点，因此O(m+n)时间、O(1)辅助空间。头结点始终保留，使首数据结点删除与中间删除用同一套语句。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这是根据现存机构答案重述的教学题，课堂条件已补齐，不把它当作缺失原卷的逐字题面。链表负责存字符，栈负责记尚未匹配的左括号；题目把两种已学结构放在同一过程里。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结构是循环单链表，最后一个数据结点的next明确指向L，沿任何合法next都不会遇到NULL。扫描条件因此是尚未回到L。头结点只是终止标志，它的字符域不属于表达式。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空表有L-&gt;next=L，所以循环执行零次，后面的栈空检查返回true。这个边界与普通单链表的NULL终止条件不同，读到“循环”两字就必须核对结束方式。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两类反例说明为什么不能只数总数。先看最近的未匹配左括号，它必须和当前右括号配成一对；后进先出正好对应栈。只含圆括号时可以用计数，但本题有三类括号，计数不足以记录类型。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计数只知道左右各几个，无法记录等待关闭的先后次序。当前右括号是圆括号，但最近未关闭的左括号是方括号，因此发生交叉。即使栈底存在圆括号，也不能跳过栈顶去找它。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后进先出的规则正好对应嵌套要求，所以选择栈。读取普通字符x时不改变这组未匹配左括号；遇左括号入栈；遇右括号先判空再检查类型，通过后才弹栈。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本页把纯字母段略去，重点仍是每个括号的栈变化。遇到右括号要先检查栈非空，再读栈顶，否则可能访问下标−1。扫描到头结点时还需检查栈空，因为输入“((”从未遇到右括号，也应失败。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三个失败位置分别约束三段代码：栈空判断在读取st[top]之前，类型检查在--top之前，最终栈空判断在整个循环结束之后。省略其中任意一个，都能用表中的短例子发现。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【停顿】让学生先判断((a)为何没有在扫描中返回false。它唯一的右括号确实匹配成功，但最先进入的左括号还在，因此必须由结束时的top==-1拒绝。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循环表结束条件是p!=L，而非p!=NULL。题面保证结点数不超过BCAP，所以最多入栈BCAP次；不需要为了分配空间预先再遍历一次。top按课程约定从−1开始。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短路或运算先检查top==-1，栈空时不访问st[top]。类型不匹配立即返回false，不应继续尝试靠后面的字符弥补。完整扫描后只需看是否还有未匹配左括号。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写法要和具体实现一致。按输入长度讨论通用算法，需要线性容量栈；这份定长实现实际分配BCAP格，严格写O(BCAP)。考试里若把MaxSize当随问题规模的容量上界，常简写线性空间。不要把“只有一个数组”误写成常数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写成：“建立空栈，沿循环表从首数据结点扫描到头结点。遇左括号将其入栈；遇右括号，若栈空或与栈顶不匹配则返回false，否则弹出栈顶；其他字符忽略。扫描结束时，栈空说明全部括号配对完毕，返回true，否则返回false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字符只读一次，每次最多一次入栈或出栈，故时间O(n)。若输入全为左括号，逻辑使用n格栈空间；本实现始终分配BCAP格，写实际分配量O(BCAP)，并说明题设保证n≤BCAP。链表输入未修改，栈与扫描指针分别处理匹配和遍历终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【停顿】学生选本讲两个小例子回放。连续删除、循环结构终止、类型匹配分别对应三个不同层面的错误。要求写出导致问题的一步，而不是笼统说边界错误。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257e1c23140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b47227ca947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41334e10b4f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3a10fb24d42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57100926e47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e5a8fb03a4d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B83771-5F57-4386-BAA8-DFA790EC3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C466C7-8E1E-442C-90E9-2C3A692099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8AF4F9-96A4-484E-AB26-23DA9C8A1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EAE8C6-AF11-421A-AB43-0C40343741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80CE69-DC80-4E4C-886B-344DCA7C4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7F5412-77B3-4967-8E91-30279DBE6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62EBD7-87C9-45F8-BDFB-52A8DAF7C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393490-CA28-44D6-B0C7-648426E03A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1E3B83-2072-40D7-B6C8-471DB821F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D573DE-13CD-4A7B-BE3F-41F0C109D1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2c3cafb0446f8" /><Relationship Type="http://schemas.openxmlformats.org/officeDocument/2006/relationships/slideLayout" Target="/ppt/slideLayouts/slideLayout1.xml" Id="R9b4aa7ef8c544311" /><Relationship Type="http://schemas.openxmlformats.org/officeDocument/2006/relationships/slideLayout" Target="/ppt/slideLayouts/slideLayout2.xml" Id="R27e60a677c3940d5" /><Relationship Type="http://schemas.openxmlformats.org/officeDocument/2006/relationships/slideLayout" Target="/ppt/slideLayouts/slideLayout3.xml" Id="R2555e8820b5c41fc" /><Relationship Type="http://schemas.openxmlformats.org/officeDocument/2006/relationships/slideLayout" Target="/ppt/slideLayouts/slideLayout4.xml" Id="R355537d58f1141c4" /><Relationship Type="http://schemas.openxmlformats.org/officeDocument/2006/relationships/slideLayout" Target="/ppt/slideLayouts/slideLayout5.xml" Id="R4eb6d54aee1a42b9" /><Relationship Type="http://schemas.openxmlformats.org/officeDocument/2006/relationships/slideLayout" Target="/ppt/slideLayouts/slideLayout6.xml" Id="Rf978f5aa1c2d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aa7ef8c544311"/>
    <p:sldLayoutId xmlns:r="http://schemas.openxmlformats.org/officeDocument/2006/relationships" id="2147483650" r:id="R27e60a677c3940d5"/>
    <p:sldLayoutId xmlns:r="http://schemas.openxmlformats.org/officeDocument/2006/relationships" id="2147483651" r:id="R2555e8820b5c41fc"/>
    <p:sldLayoutId xmlns:r="http://schemas.openxmlformats.org/officeDocument/2006/relationships" id="2147483652" r:id="R355537d58f1141c4"/>
    <p:sldLayoutId xmlns:r="http://schemas.openxmlformats.org/officeDocument/2006/relationships" id="2147483653" r:id="R4eb6d54aee1a42b9"/>
    <p:sldLayoutId xmlns:r="http://schemas.openxmlformats.org/officeDocument/2006/relationships" id="2147483654" r:id="Rf978f5aa1c2d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85697472f46f5" /><Relationship Type="http://schemas.openxmlformats.org/officeDocument/2006/relationships/image" Target="/ppt/media/image.jpeg" Id="Reb5601197e974519" /><Relationship Type="http://schemas.openxmlformats.org/officeDocument/2006/relationships/notesSlide" Target="/ppt/notesSlides/notesSlide1.xml" Id="R02c313c0f9014b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39b19213f458d" /><Relationship Type="http://schemas.openxmlformats.org/officeDocument/2006/relationships/image" Target="/ppt/media/image2.jpeg" Id="Rd6c3886e31b54212" /><Relationship Type="http://schemas.openxmlformats.org/officeDocument/2006/relationships/notesSlide" Target="/ppt/notesSlides/notesSlide2.xml" Id="Rbf97401b5c3644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740f871d548b9" /><Relationship Type="http://schemas.openxmlformats.org/officeDocument/2006/relationships/image" Target="/ppt/media/image3.jpeg" Id="R38dc5fd071ef4fa0" /><Relationship Type="http://schemas.openxmlformats.org/officeDocument/2006/relationships/notesSlide" Target="/ppt/notesSlides/notesSlide3.xml" Id="Rd7e9ad75cbe94e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0c5f4cf6f4478" /><Relationship Type="http://schemas.openxmlformats.org/officeDocument/2006/relationships/image" Target="/ppt/media/image4.jpeg" Id="Rd35655124d08488a" /><Relationship Type="http://schemas.openxmlformats.org/officeDocument/2006/relationships/notesSlide" Target="/ppt/notesSlides/notesSlide4.xml" Id="Rf6f979a4fe8741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aeb8f3d9d4e74" /><Relationship Type="http://schemas.openxmlformats.org/officeDocument/2006/relationships/image" Target="/ppt/media/image5.jpeg" Id="R333742f79c284e88" /><Relationship Type="http://schemas.openxmlformats.org/officeDocument/2006/relationships/notesSlide" Target="/ppt/notesSlides/notesSlide5.xml" Id="R2a7bf185db98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4b3e5899446c4" /><Relationship Type="http://schemas.openxmlformats.org/officeDocument/2006/relationships/image" Target="/ppt/media/image6.jpeg" Id="R0e8de927a2ce4b6a" /><Relationship Type="http://schemas.openxmlformats.org/officeDocument/2006/relationships/notesSlide" Target="/ppt/notesSlides/notesSlide6.xml" Id="Rc42d784636d542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9e8ece836415b" /><Relationship Type="http://schemas.openxmlformats.org/officeDocument/2006/relationships/image" Target="/ppt/media/image7.jpeg" Id="Rd060992cadb4499e" /><Relationship Type="http://schemas.openxmlformats.org/officeDocument/2006/relationships/notesSlide" Target="/ppt/notesSlides/notesSlide7.xml" Id="Rf56cbe18a1f24e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ed1ae1b554120" /><Relationship Type="http://schemas.openxmlformats.org/officeDocument/2006/relationships/image" Target="/ppt/media/image8.jpeg" Id="R3c3c48b11dc74a4a" /><Relationship Type="http://schemas.openxmlformats.org/officeDocument/2006/relationships/notesSlide" Target="/ppt/notesSlides/notesSlide8.xml" Id="R27e8fcda8dba48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711a014e841cb" /><Relationship Type="http://schemas.openxmlformats.org/officeDocument/2006/relationships/image" Target="/ppt/media/image9.jpeg" Id="Rd99b59dc07aa43d1" /><Relationship Type="http://schemas.openxmlformats.org/officeDocument/2006/relationships/notesSlide" Target="/ppt/notesSlides/notesSlide9.xml" Id="Rea7c0d75eb9e47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f51f031814a83" /><Relationship Type="http://schemas.openxmlformats.org/officeDocument/2006/relationships/image" Target="/ppt/media/image10.jpeg" Id="R4d2e62f2a52040df" /><Relationship Type="http://schemas.openxmlformats.org/officeDocument/2006/relationships/notesSlide" Target="/ppt/notesSlides/notesSlide10.xml" Id="Ra9afc410f74342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1ad1fdadf42af" /><Relationship Type="http://schemas.openxmlformats.org/officeDocument/2006/relationships/image" Target="/ppt/media/image11.jpeg" Id="R8a662770e6b14a19" /><Relationship Type="http://schemas.openxmlformats.org/officeDocument/2006/relationships/notesSlide" Target="/ppt/notesSlides/notesSlide11.xml" Id="R47dee435220d4e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93a8739eb41b3" /><Relationship Type="http://schemas.openxmlformats.org/officeDocument/2006/relationships/image" Target="/ppt/media/image12.jpeg" Id="R06aa1047ba844a06" /><Relationship Type="http://schemas.openxmlformats.org/officeDocument/2006/relationships/notesSlide" Target="/ppt/notesSlides/notesSlide12.xml" Id="R2c3b24d41c0a45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37b6c67c24a7c" /><Relationship Type="http://schemas.openxmlformats.org/officeDocument/2006/relationships/image" Target="/ppt/media/image13.jpeg" Id="Rf33cf55536424c88" /><Relationship Type="http://schemas.openxmlformats.org/officeDocument/2006/relationships/notesSlide" Target="/ppt/notesSlides/notesSlide13.xml" Id="R742ad87bd23341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ef3c5cc754f49" /><Relationship Type="http://schemas.openxmlformats.org/officeDocument/2006/relationships/image" Target="/ppt/media/image14.jpeg" Id="R9aef73f176d644e3" /><Relationship Type="http://schemas.openxmlformats.org/officeDocument/2006/relationships/notesSlide" Target="/ppt/notesSlides/notesSlide14.xml" Id="Refbe0aeee3f544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bd9f38a2f498c" /><Relationship Type="http://schemas.openxmlformats.org/officeDocument/2006/relationships/image" Target="/ppt/media/image15.jpeg" Id="R264217516786457f" /><Relationship Type="http://schemas.openxmlformats.org/officeDocument/2006/relationships/notesSlide" Target="/ppt/notesSlides/notesSlide15.xml" Id="R13cd8c9d82de4f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7d975015e4f84" /><Relationship Type="http://schemas.openxmlformats.org/officeDocument/2006/relationships/image" Target="/ppt/media/image16.jpeg" Id="R3fb3573effe44eca" /><Relationship Type="http://schemas.openxmlformats.org/officeDocument/2006/relationships/notesSlide" Target="/ppt/notesSlides/notesSlide16.xml" Id="R019e699da5e54a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884cc812e4a53" /><Relationship Type="http://schemas.openxmlformats.org/officeDocument/2006/relationships/image" Target="/ppt/media/image17.jpeg" Id="Ra8fa9be8538b4b8a" /><Relationship Type="http://schemas.openxmlformats.org/officeDocument/2006/relationships/notesSlide" Target="/ppt/notesSlides/notesSlide17.xml" Id="R81af54c6622643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620ce4c774f6b" /><Relationship Type="http://schemas.openxmlformats.org/officeDocument/2006/relationships/image" Target="/ppt/media/image18.jpeg" Id="R9fa46879770f43d6" /><Relationship Type="http://schemas.openxmlformats.org/officeDocument/2006/relationships/notesSlide" Target="/ppt/notesSlides/notesSlide18.xml" Id="Rbbf58712f2ca4c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cc38f3f4649e6" /><Relationship Type="http://schemas.openxmlformats.org/officeDocument/2006/relationships/image" Target="/ppt/media/image19.jpeg" Id="Rf75f790f11924aaa" /><Relationship Type="http://schemas.openxmlformats.org/officeDocument/2006/relationships/notesSlide" Target="/ppt/notesSlides/notesSlide19.xml" Id="Rd0b30af593094c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3395b98d247e9" /><Relationship Type="http://schemas.openxmlformats.org/officeDocument/2006/relationships/image" Target="/ppt/media/image20.jpeg" Id="R60801e4a5c5a4504" /><Relationship Type="http://schemas.openxmlformats.org/officeDocument/2006/relationships/notesSlide" Target="/ppt/notesSlides/notesSlide20.xml" Id="Rff5eae2b245e44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9c82015b7433d" /><Relationship Type="http://schemas.openxmlformats.org/officeDocument/2006/relationships/image" Target="/ppt/media/image21.jpeg" Id="R2e27bc5fb4e14c9c" /><Relationship Type="http://schemas.openxmlformats.org/officeDocument/2006/relationships/notesSlide" Target="/ppt/notesSlides/notesSlide21.xml" Id="R89c24c93489247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b566ee3594ac7" /><Relationship Type="http://schemas.openxmlformats.org/officeDocument/2006/relationships/image" Target="/ppt/media/image22.jpeg" Id="R8fa1aaa88e524cd7" /><Relationship Type="http://schemas.openxmlformats.org/officeDocument/2006/relationships/notesSlide" Target="/ppt/notesSlides/notesSlide22.xml" Id="R7f2d98bf5c1c43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164a98ab44017" /><Relationship Type="http://schemas.openxmlformats.org/officeDocument/2006/relationships/image" Target="/ppt/media/image23.jpeg" Id="R2c66a92563b54ff9" /><Relationship Type="http://schemas.openxmlformats.org/officeDocument/2006/relationships/notesSlide" Target="/ppt/notesSlides/notesSlide23.xml" Id="R290ef30d297d4f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9b100bc064053" /><Relationship Type="http://schemas.openxmlformats.org/officeDocument/2006/relationships/image" Target="/ppt/media/image24.jpeg" Id="R79c642abcaa344f2" /><Relationship Type="http://schemas.openxmlformats.org/officeDocument/2006/relationships/notesSlide" Target="/ppt/notesSlides/notesSlide24.xml" Id="Rf0ba4613d5c740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BED9A-2741-4732-B012-1B89C1A4F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601197e9745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A82551A-60F5-4324-84CC-A0C5916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FCB2FEA-E883-438B-8761-D1F86D2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509B4E-E01A-4642-AF55-5E5F458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线性表综合题的读题与实现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1307FAB-F579-484A-AF92-DF078579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3820921-26F7-4FDF-8B43-6D5F01F2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9929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AB23B-801B-425D-A386-067D32C01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3886e31b542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1750D2-73DC-4F95-BDEC-7917E64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299E284-593A-4FD7-BDA8-E21DDD17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先把题干限制改写为实现要求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7A759-4969-46B1-A474-7B9385A516B5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78123"/>
                <a:gridCol w="6466077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严格递增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两个游标可以单向推进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只改 A，B 不变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只删除 A 的结点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不新建数据结点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重连并释放已有结点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头结点地址不变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保存前驱，从 A 开始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保留相对次序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保留段直接沿用原 next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25456AF-3B87-413C-BEEF-926C699F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62569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36982-D240-4B73-9E4E-92BF2932F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c5fd071ef4f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DFC7466-1A4B-484F-9CA5-0F5CFC5D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213DAD-3B33-40F8-981E-E9BEF7A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模拟卷一：求 A 与 B 的差集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ED2DE2B-A840-4636-BFCF-25004CF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A、B 均带头结点，数据严格递增，且没有共享结点。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EFFEDB-0108-4B1F-B23F-28E05EA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删除并释放 A 中所有也出现在 B 中的结点，B 不变。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12D0822-801E-46C4-83EF-5BC6C07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 保留结点的原顺序，不新建数据结点，头结点地址不变。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38E5C1-33C9-45A5-A49D-F129C18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空表允许；写基本思想、C 实现、时间和辅助空间。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DC13FCE-3AF0-43F0-B520-51146AE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6808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ABA21-D1FF-44E2-91EF-B873CF07E4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655124d0848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D30EDA-5F3A-4772-858D-0310344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C502561-3E40-4038-9152-40BFF2D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三种比较分别意味着什么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5769F-3731-4BA9-818D-5A2931518959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03159"/>
                <a:gridCol w="4291027"/>
                <a:gridCol w="265001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pa-&gt;data &lt; pb-&gt;data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 不会再匹配 B 后面的值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A 当前结点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pa-&gt;data &gt; pb-&gt;data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pb 不可能匹配 A 余段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只推进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两者相等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当前结点属于交集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 A 删除并释放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E606641-44A8-4D38-BC22-58CE7C21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38177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E5957-5842-40E3-B12A-D9A446BDB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742f79c284e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7829D50-8E28-4C74-81DC-966354B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3601D7-9CBB-4DD0-A4DF-D7DE299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第一次相等时，prev仍指向保留的1</a:t>
            </a:r>
          </a:p>
        </p:txBody>
      </p:sp>
      <p:sp>
        <p:nvSpPr>
          <p:cNvPr id="4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828F1F6F-80B8-47B8-BA5B-A4E9BF5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a2">
            <a:extLst xmlns:a="http://schemas.openxmlformats.org/drawingml/2006/main">
              <a:ext uri="{FF2B5EF4-FFF2-40B4-BE49-F238E27FC236}">
                <a16:creationId xmlns:a16="http://schemas.microsoft.com/office/drawing/2014/main" id="{9E11A26E-93A0-4C31-860F-EC2A932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4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a3">
            <a:extLst xmlns:a="http://schemas.openxmlformats.org/drawingml/2006/main">
              <a:ext uri="{FF2B5EF4-FFF2-40B4-BE49-F238E27FC236}">
                <a16:creationId xmlns:a16="http://schemas.microsoft.com/office/drawing/2014/main" id="{F33CA269-D361-4DFB-8195-35E1554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B06ED919-FE27-455C-91B6-3CE7239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Diagram node a7">
            <a:extLst xmlns:a="http://schemas.openxmlformats.org/drawingml/2006/main">
              <a:ext uri="{FF2B5EF4-FFF2-40B4-BE49-F238E27FC236}">
                <a16:creationId xmlns:a16="http://schemas.microsoft.com/office/drawing/2014/main" id="{9919FC4D-6F43-48F6-863C-2F1B7F4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Diagram node b2">
            <a:extLst xmlns:a="http://schemas.openxmlformats.org/drawingml/2006/main">
              <a:ext uri="{FF2B5EF4-FFF2-40B4-BE49-F238E27FC236}">
                <a16:creationId xmlns:a16="http://schemas.microsoft.com/office/drawing/2014/main" id="{70C86676-0B52-4B5D-A14B-66864A3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4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Diagram node b3">
            <a:extLst xmlns:a="http://schemas.openxmlformats.org/drawingml/2006/main">
              <a:ext uri="{FF2B5EF4-FFF2-40B4-BE49-F238E27FC236}">
                <a16:creationId xmlns:a16="http://schemas.microsoft.com/office/drawing/2014/main" id="{1F2ECD44-0D52-4AF9-9B18-F25CDFC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Diagram node b4">
            <a:extLst xmlns:a="http://schemas.openxmlformats.org/drawingml/2006/main">
              <a:ext uri="{FF2B5EF4-FFF2-40B4-BE49-F238E27FC236}">
                <a16:creationId xmlns:a16="http://schemas.microsoft.com/office/drawing/2014/main" id="{17DFA042-6C22-47AD-AA01-6786681B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Diagram node b5">
            <a:extLst xmlns:a="http://schemas.openxmlformats.org/drawingml/2006/main">
              <a:ext uri="{FF2B5EF4-FFF2-40B4-BE49-F238E27FC236}">
                <a16:creationId xmlns:a16="http://schemas.microsoft.com/office/drawing/2014/main" id="{319F034F-706D-4EF7-BD5F-0CE535E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9F204-39AF-47DB-9BBA-23E0D0D6B76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2511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8FF70-30FD-4461-8AC7-6D1E0659A5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8439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EF00E-5E31-4C39-82E9-517A6ADD52A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4367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C76C5-52DA-48EE-9771-34A02B3956C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0295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E4AD0-B2B8-4A4E-9A1A-6799C7A156D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8439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10ABE-F2EB-4BA1-8FB9-7B6DCE6C527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4367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45334-EAB8-4C25-AF07-257DD6E0414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0295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E55C964-E97B-42CD-8A20-6B08DE9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565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prev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94FFE98-321C-42C0-ACA7-490CCF8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845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46461D-70D9-450C-82DE-81973AB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845" y="4073081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pb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C57BCB-F944-4671-A978-723163EB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081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A余段</a:t>
            </a:r>
          </a:p>
        </p:txBody>
      </p:sp>
      <p:sp>
        <p:nvSpPr>
          <p:cNvPr id="2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7662964-EC9A-4BAF-8C02-20BA610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43" y="4073081"/>
            <a:ext cx="1066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B保持不变</a:t>
            </a:r>
          </a:p>
        </p:txBody>
      </p:sp>
      <p:sp>
        <p:nvSpPr>
          <p:cNvPr id="2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F955411-8F17-4C0F-98C4-A989268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省略两表头结点与尾部NULL，仅展示当前相关连接。</a:t>
            </a:r>
          </a:p>
        </p:txBody>
      </p:sp>
      <p:sp>
        <p:nvSpPr>
          <p:cNvPr id="2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E5E8160-AF23-44BC-8951-847EDAF9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A当前值等于B当前值，需要删A中的2。</a:t>
            </a:r>
          </a:p>
        </p:txBody>
      </p:sp>
      <p:sp>
        <p:nvSpPr>
          <p:cNvPr id="2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B92D9A0-D169-4A06-9DFD-A86A642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下一数据结点是3，删除前先保存它的地址。</a:t>
            </a:r>
          </a:p>
        </p:txBody>
      </p:sp>
      <p:sp>
        <p:nvSpPr>
          <p:cNvPr id="2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57B61A6-3DFA-4A8E-8970-85DCE4A2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0089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0A64-87EA-4E04-AADE-B99585622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de927a2ce4b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29492C2-0723-4D6A-9D87-DAED1D94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7461D52-C586-4C32-A8E1-7F57F0F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用连续删除检查前驱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3055-19C8-463F-B9B9-BB70355F043A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4597"/>
                <a:gridCol w="2424597"/>
                <a:gridCol w="3550135"/>
                <a:gridCol w="2344871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A 游标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B 游标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保留前驱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B前进到5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结束，7自然保留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B5B5B3E-8598-4A3D-86F0-68B4C7E9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1901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33B13-1910-4E7D-8B86-534739D83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0992cadb449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B1A886-95EA-48EA-BBB5-C882340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FA50AE4-A2E4-4F53-88CB-F4D761AC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删掉2后，prev继续为下一个删除提供前驱</a:t>
            </a:r>
          </a:p>
        </p:txBody>
      </p:sp>
      <p:sp>
        <p:nvSpPr>
          <p:cNvPr id="4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36FB033E-4C80-4268-81B7-C0A780E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a3">
            <a:extLst xmlns:a="http://schemas.openxmlformats.org/drawingml/2006/main">
              <a:ext uri="{FF2B5EF4-FFF2-40B4-BE49-F238E27FC236}">
                <a16:creationId xmlns:a16="http://schemas.microsoft.com/office/drawing/2014/main" id="{6B2A4E43-182F-4ED9-88EA-190B4EE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531A258B-9759-416E-A4F3-7073CBB5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Diagram node a7">
            <a:extLst xmlns:a="http://schemas.openxmlformats.org/drawingml/2006/main">
              <a:ext uri="{FF2B5EF4-FFF2-40B4-BE49-F238E27FC236}">
                <a16:creationId xmlns:a16="http://schemas.microsoft.com/office/drawing/2014/main" id="{663F3215-6739-449B-A0E6-984FA9E0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Diagram node b2">
            <a:extLst xmlns:a="http://schemas.openxmlformats.org/drawingml/2006/main">
              <a:ext uri="{FF2B5EF4-FFF2-40B4-BE49-F238E27FC236}">
                <a16:creationId xmlns:a16="http://schemas.microsoft.com/office/drawing/2014/main" id="{E313E2F4-368F-44CE-A295-0E5828EC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4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Diagram node b3">
            <a:extLst xmlns:a="http://schemas.openxmlformats.org/drawingml/2006/main">
              <a:ext uri="{FF2B5EF4-FFF2-40B4-BE49-F238E27FC236}">
                <a16:creationId xmlns:a16="http://schemas.microsoft.com/office/drawing/2014/main" id="{2DC21704-FCDA-43EC-9402-04FE35E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Diagram node b4">
            <a:extLst xmlns:a="http://schemas.openxmlformats.org/drawingml/2006/main">
              <a:ext uri="{FF2B5EF4-FFF2-40B4-BE49-F238E27FC236}">
                <a16:creationId xmlns:a16="http://schemas.microsoft.com/office/drawing/2014/main" id="{4740E542-1766-4971-AC9D-CB8EE28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Diagram node b5">
            <a:extLst xmlns:a="http://schemas.openxmlformats.org/drawingml/2006/main">
              <a:ext uri="{FF2B5EF4-FFF2-40B4-BE49-F238E27FC236}">
                <a16:creationId xmlns:a16="http://schemas.microsoft.com/office/drawing/2014/main" id="{676B1FA3-0CDC-4FB2-ACAC-73970F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52225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09733-B464-4DC9-BA6D-FFAA6C4B3C9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25115" y="2804541"/>
            <a:ext cx="282321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3E83D-486A-4396-A518-063B9D720D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4367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EF8DE-A83D-48B2-B600-755299AC824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02955" y="2804541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98691-D00F-4EA4-8993-C55E6CFD6AB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8439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90DAA-680A-4662-927F-2020266F731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4367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5AF33-80AA-47C8-BBA0-36AB6B1FACF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02955" y="3760375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B9761D-6A63-43C3-8866-12434456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565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prev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B66AF76-77AB-4414-AC13-933A2A76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30639B3-9114-41B2-B11C-8BAD42C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73081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pb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E3502E-3742-461E-BDB1-2B9BBC64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659" y="4073081"/>
            <a:ext cx="138055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B原结点2仍在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AC4CDA-1AE4-414E-8CBF-338F280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A中的2已经释放。pa、pb都来到3，下一步继续删除A中的3。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B5D2520-1167-4AF0-BA44-8468195C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prev-&gt;next仍等于pa，前驱关系继续成立。</a:t>
            </a:r>
          </a:p>
        </p:txBody>
      </p:sp>
      <p:sp>
        <p:nvSpPr>
          <p:cNvPr id="2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E13765C-B4CD-428A-9F10-8BAD7EBB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若此时prev=pa，prev会指向下一次要释放的结点。</a:t>
            </a:r>
          </a:p>
        </p:txBody>
      </p:sp>
      <p:sp>
        <p:nvSpPr>
          <p:cNvPr id="2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FAA7A3-BB1A-451C-A200-750FAFD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821824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30C09-FD40-4252-AC4F-BCB781160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c48b11dc74a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4371E06-FCEC-4BB8-A6E8-35EDA388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9CF7FD8-F820-44CA-A361-5008D79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差集的完整实现（1/2）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0E79D-9536-44E7-A5BD-E3FCE154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2084C-9E77-4D2D-AB0A-7C0CF51E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CEC4AE7-1B58-42F0-9438-4C40348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listDifference(DiffNode *A, const DiffNode *B)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DiffNode *prev = A, *pa = 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const DiffNode *pb = B-&gt;next;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(pa != NULL &amp;&amp; pb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(pa-&gt;data &lt; pb-&gt;data)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prev = pa; pa = pa-&gt;next;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 else if (pa-&gt;data &gt; pb-&gt;data)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pb = pb-&gt;next;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 else {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4FEB8B9-3665-44EC-8EB0-085810F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97450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4E008-C500-4352-824F-B9052FA87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b59dc07aa43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70766AA-6463-4F72-837C-EB89CE9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C9DBDD1-237F-478B-9D49-1F48BD1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差集的完整实现（2/2）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0E363-F5FD-4162-AC5B-01F7A1D4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D705-CFF2-4A03-B9AF-AE26B184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55015A-71F7-49F9-95EB-AA0AFE8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DiffNode *old = pa;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pa = pa-&gt;next;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prev-&gt;next = pa;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free(old);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pb = pb-&gt;next;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E9A1CA-1BA6-4E14-BE27-C61766D2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87629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60529-36C1-42B7-8E04-17D8596BB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e62f2a52040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DFC1216-CFF2-4044-95AD-E232913E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CE5CCDE-D64B-44BC-95CA-7DD76434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释放结点之前必须取得仍要使用的地址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08F6-D252-47D7-8EC6-DFACF19BF26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1234"/>
                <a:gridCol w="3484224"/>
                <a:gridCol w="443874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需要保证的事实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保存待删地址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old=pa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最后仍能释放原结点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先取后继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pa=pa-&gt;next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当前pa尚未释放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恢复保留链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prev-&gt;next=pa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前驱越过待删结点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释放原结点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free(old)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此后不再读old的字段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3AB1235-4082-44DD-AFC3-527AA96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相等分支中prev不动，pb只向后移动一次。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8A36E58-B9C9-442C-90B9-580FCA9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37605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6A2E1-07FB-4CA4-A5A9-CFCDE5DE4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62770e6b14a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8C3B355-07A4-402F-8893-2E5773A1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B5EB724-EFE4-4060-B1A6-041461F5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把答案中的理由写具体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DC2E2C9-5FE6-4DB5-B9A7-DC1B18D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基本思想：双游标比较；保留较小的 A，跳过较小的 B，相等时删除 A。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E344E8C-BFCD-4023-B329-005FA00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正确性：有序性保证被跳过的值不再与另一表余段匹配。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F281F0F-D7E7-40FD-A6B6-6384F29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 O(m+n)：每个游标只单向扫描一次。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F950D1F-DBC8-40A8-9E9F-AE5C0C12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辅助空间 O(1)：只用固定数量指针，不复制原结点。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75F590-D915-4248-988A-6E453484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3045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B261-BAB8-4A77-A490-2F4937F47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a1047ba844a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6503507-671E-444A-B240-6525AF48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FE191E5-E60B-46FE-8FF1-0B8C2D41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差集算法的完整思想段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98276F2-0EF8-457A-9ADF-C103AE3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pa、pb指两表首元，prev初始指A头结点，始终是pa的保留前驱。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F4A5D95-4853-4640-945A-51C5293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A值较小则保留并推进A，B值较小只推进B。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A7B1B6-36CC-4F65-947D-1850A32B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相等时从A重连删除并释放当前结点，prev不动，两游标后移。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F9FC54-57A9-4898-A0D8-B454729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任一表结束即停止。B用尽时A余段保留，全程不改B。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308DB59-C222-46A3-9C83-599661F1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85339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10DE-4512-44A4-8F6B-49112B6CA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cf55536424c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09F6B95-205F-4CEC-B4C6-1D65CB4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BBC93BA-056A-46E9-B1B7-7F2D924E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机构题解改编：循环表中的括号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10C1B7C-29E5-4573-85DF-6B33CE86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带头结点 L 的循环单链表存字符，最多 BCAP 个数据结点。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61BACC-6F83-4E92-8073-21A3EE8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判断圆括号、方括号、花括号是否正确嵌套；其他字符忽略。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6DB10F-6BE2-4789-ACD8-7D4AE23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空表达式返回 true；不得修改链表。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BD58114-9C45-4C11-A58B-9F0A133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写出思想、完整代码及时间和辅助空间。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3BE6C77-F984-4062-B46C-CF14E4C6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53251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9DAB1-03B8-4A6D-B1C7-8AF65D645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f73f176d644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0E8A080-F293-43D8-9C6C-1564095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E0EF8C8-46A6-4753-B328-DBB49778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循环表的扫描终点是回到头结点</a:t>
            </a:r>
          </a:p>
        </p:txBody>
      </p:sp>
      <p:sp>
        <p:nvSpPr>
          <p:cNvPr id="4" name="Diagram node head">
            <a:extLst xmlns:a="http://schemas.openxmlformats.org/drawingml/2006/main">
              <a:ext uri="{FF2B5EF4-FFF2-40B4-BE49-F238E27FC236}">
                <a16:creationId xmlns:a16="http://schemas.microsoft.com/office/drawing/2014/main" id="{A67B0AA0-8D9C-421C-BF9A-2A9C1194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5" name="Diagram node open">
            <a:extLst xmlns:a="http://schemas.openxmlformats.org/drawingml/2006/main">
              <a:ext uri="{FF2B5EF4-FFF2-40B4-BE49-F238E27FC236}">
                <a16:creationId xmlns:a16="http://schemas.microsoft.com/office/drawing/2014/main" id="{323EE2E4-6EE3-4F65-86E8-DE0B7A8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</a:t>
            </a:r>
          </a:p>
        </p:txBody>
      </p:sp>
      <p:sp>
        <p:nvSpPr>
          <p:cNvPr id="6" name="Diagram node x">
            <a:extLst xmlns:a="http://schemas.openxmlformats.org/drawingml/2006/main">
              <a:ext uri="{FF2B5EF4-FFF2-40B4-BE49-F238E27FC236}">
                <a16:creationId xmlns:a16="http://schemas.microsoft.com/office/drawing/2014/main" id="{14026368-123F-469C-808B-72CDABC1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7" name="Diagram node close">
            <a:extLst xmlns:a="http://schemas.openxmlformats.org/drawingml/2006/main">
              <a:ext uri="{FF2B5EF4-FFF2-40B4-BE49-F238E27FC236}">
                <a16:creationId xmlns:a16="http://schemas.microsoft.com/office/drawing/2014/main" id="{F39099C9-C874-4C4C-97AD-AFB8F572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1BC13-B3D7-4E99-A7ED-423DF928CB0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54755" y="2740819"/>
            <a:ext cx="46824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D357A-A316-4292-8623-87C915ACFC9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884920" y="2978944"/>
            <a:ext cx="0" cy="5857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FCFED-77B9-43CF-A54C-55DD9D635C16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54755" y="3802856"/>
            <a:ext cx="46824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41378-178A-419C-8BB7-B18CEC3AD415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307080" y="2978944"/>
            <a:ext cx="0" cy="5857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8A99100-48A1-4EBD-A53A-C7E43A5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2159794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头结点，不读字符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3842E9D-8FF9-4ED8-B6C1-5CD5B979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650" y="2159794"/>
            <a:ext cx="126653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p从这里开始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E2CB5AE-6023-4826-AFB3-1A0CE9F8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数据字符依次为(、x、)，最后一个结点回到L。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D9732E-5059-40D8-BE93-101DD013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p从L-&gt;next出发，只在p!=L时读取p-&gt;ch。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232A856-76BE-4A61-BFF3-70A0CE2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改成p!=NULL会绕圈，并把头结点当数据。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C37B062-9927-447C-9695-E3AAE90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006230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72F9B-42A2-40F0-B616-FB14E9893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21751678645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DCD0C1D-89C8-4212-9CCA-4E5A75A6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F1132B8-5D03-4B3B-8477-0502ABDB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计数相等仍可能不匹配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FB9C1-84D0-42F3-8330-C282DFD3D14B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4200"/>
                <a:gridCol w="4007368"/>
                <a:gridCol w="445263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左括号数与右括号数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是否匹配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([a]+{b})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([)]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否，类型交叉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())(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否，前缀已多出右括号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均为0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B2FCF9-06D0-4A17-A9BF-6917E71C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4118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455C4-7845-44E3-9E99-798DF80C5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573effe44e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C361B86-3BFB-4DB5-A701-DCAA642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BACD4AE-006D-4652-BD3F-080E208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读到右圆括号时，栈顶方括号必须先匹配</a:t>
            </a:r>
          </a:p>
        </p:txBody>
      </p:sp>
      <p:sp>
        <p:nvSpPr>
          <p:cNvPr id="4" name="Diagram node bottom">
            <a:extLst xmlns:a="http://schemas.openxmlformats.org/drawingml/2006/main">
              <a:ext uri="{FF2B5EF4-FFF2-40B4-BE49-F238E27FC236}">
                <a16:creationId xmlns:a16="http://schemas.microsoft.com/office/drawing/2014/main" id="{022B9F61-2ADF-445C-AF40-F989A57B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585972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(</a:t>
            </a:r>
          </a:p>
        </p:txBody>
      </p:sp>
      <p:sp>
        <p:nvSpPr>
          <p:cNvPr id="5" name="Diagram node top">
            <a:extLst xmlns:a="http://schemas.openxmlformats.org/drawingml/2006/main">
              <a:ext uri="{FF2B5EF4-FFF2-40B4-BE49-F238E27FC236}">
                <a16:creationId xmlns:a16="http://schemas.microsoft.com/office/drawing/2014/main" id="{5EDED0E0-D627-470D-8B90-357C99A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</a:t>
            </a:r>
          </a:p>
        </p:txBody>
      </p:sp>
      <p:sp>
        <p:nvSpPr>
          <p:cNvPr id="6" name="Diagram node current">
            <a:extLst xmlns:a="http://schemas.openxmlformats.org/drawingml/2006/main">
              <a:ext uri="{FF2B5EF4-FFF2-40B4-BE49-F238E27FC236}">
                <a16:creationId xmlns:a16="http://schemas.microsoft.com/office/drawing/2014/main" id="{04232FD1-9212-49A3-B066-8E4C8111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173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1B689-4218-4F4D-828D-68801DC4D15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14035" y="2847023"/>
            <a:ext cx="300913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</a:ln>
        </p:spPr>
      </p:cxn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6663019-3B24-46B1-8667-72D8B93C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929" y="2542223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类型不同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68C6CF-44B4-4EBD-9E69-0DA0EA3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951" y="3690747"/>
            <a:ext cx="1322546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st[0]，栈底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00E1C99-FD61-439C-A5E0-C03FB734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77" y="2713673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top=1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C0BE6B-FB56-40D1-B9C1-7AE42F2E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973" y="222513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当前字符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C054B3-6E51-4B89-A2EF-F10EB39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输入([)]正在读取第3个字符，尚未匹配的左括号栈为(、[。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7E9B5C2-FEC4-432A-B485-60ECDB6B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最近的左括号[尚未闭合，不能越过它去匹配下方的(。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57EC413-10F9-453F-82E3-D1621577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当前即返回false，后续字符不能修复已经交叉的嵌套。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91461AB-24F9-4832-BB2A-6A6CA89C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16198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030A2-CEAB-4611-B0F5-106431433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a9be8538b4b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2676154-A922-447E-849E-AA836CA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7C8742B-4607-469F-AEAF-EE0970E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逐字符跟踪尚未匹配的左括号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F0FCE-0419-499B-A1C4-3F0F49E270B9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0689"/>
                <a:gridCol w="2680689"/>
                <a:gridCol w="5382823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读入字符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栈底到栈顶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([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([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[ 配对后出栈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+{b}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忽略字符，{ 与 } 配对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配对，扫描结束后成功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E19D4BA-D692-4B1A-A4AB-6D49CD1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39051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AACFF-C92D-4D87-A583-8650AD751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46879770f43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1939375-22D5-46C4-B006-0034C5D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86FAD38-92D7-407B-AA61-69BED24B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成功条件包括过程合法与最终栈空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20572-3F0B-4A31-9B17-E77396863368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9700"/>
                <a:gridCol w="3869460"/>
                <a:gridCol w="472504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应执行的判断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第一个字符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栈空时不能读取st[top]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([)]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读到第一个右圆括号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检查与栈顶是否同类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((a)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扫描结束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栈中还有一个左圆括号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扫描结束，栈始终空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9CA0FF7-1ADF-4F1A-970A-983D30B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每个右括号都匹配成功，仍不代表所有左括号已经闭合。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C14ECB-1659-4303-83DF-73EFCCC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2171939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425D4-F295-4C0B-9475-F7E708736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f790f11924a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6CE904A-ECC7-425B-A697-85C225B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FB6DBAB-8ECA-4CB8-AF16-C30A98C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括号匹配的实现（1/2）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46571-FA8D-4A14-89A9-BB12A052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6B19A-9BDF-4798-950E-176D303E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145D1C-667E-4502-B2B7-A0685F25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matchPair(char a, char b)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(a=='(' &amp;&amp; b==')') || (a=='[' &amp;&amp; b==']') ||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(a=='{' &amp;&amp; b=='}');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bracketsMatch(const CharNode *L)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char st[BCAP]; int top = 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(const CharNode *p=L-&gt;next; p!=L; p=p-&gt;next)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char c = p-&gt;ch;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84BBCEB-450E-406A-9797-BF1D0440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10518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32B05-8114-4158-8A82-6E8F6AC2F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01e4a5c5a45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6FBD6D1-ECB9-4F08-9C7E-E266EF3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76D3141-C54E-4DC9-A1D9-73653356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括号匹配的实现（2/2）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D79F-3645-4005-AA45-7EAC603F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2CCFF-4649-4665-9AFF-42697926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220936-4938-4139-90A9-774A872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(c=='(' || c=='[' || c=='{') st[++top]=c;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else if (c==')' || c==']' || c=='}')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if (top==-1 || !matchPair(st[top],c))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--top;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top==-1;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F68A61-B0DA-449E-8995-E6A1A18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204768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DFBA6-7B76-48DC-A7A5-374A4C080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7bc5fb4e14c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BEF2E8-5FA7-4446-BBFC-3F735908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7F6F529-9B08-4BE2-B353-55A27B6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综合题的复杂度与边界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F4AC230-18EF-45F0-8EE7-D9934CA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字符逐个扫描，匹配检查为 O(1)，总时间 O(n)。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872FA9F-4256-418C-8491-5C2C4B1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栈的逻辑使用量最坏 O(n)；当前定容实现分配 O(BCAP)。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BBE7D8-DE61-4DAE-918A-92323C08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空表：L-&gt;next=L，返回 true；不访问头结点的字符域。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DE681B-5F39-4B82-98AC-7DEC363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链表和栈不能共用停止条件；返回 false 时也没有修改输入。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0807373-023C-4EFD-BCF6-671E351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753393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08761-1D73-4F09-A862-4AE2102ED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1aaa88e524c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673A81-FF55-41D7-8096-2BC62634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B2B3B93-B12A-411D-8647-70F8967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括号匹配题的完整思想段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0D16E3-55CF-43C6-AF2B-CBA5B50F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从L-&gt;next扫描至再次到L，用栈记录尚未匹配的左括号。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DB2CBF2-5D19-437D-85D7-A85E8220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左括号入栈，普通字符忽略，右括号必须与非空栈顶同类。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86EA71F-0018-4A23-91A0-C9C70B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匹配后出栈，失配立即失败，扫描结束且栈空才成功。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0B0C9B-DEC6-4AA7-8DA5-2D8788C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时间O(n)。逻辑栈深最坏n，当前定容数组分配BCAP格。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F54636B-4145-4959-BBFC-512F55E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80393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BFDF3-6C57-4D7A-A5C3-7E5EBD52C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6a92563b54f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02DE0D3-7245-4990-B0A7-B26F84F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02C4FF2-B539-49DE-8697-D900B85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课堂检查：修改后的程序错在哪里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3EBCFC2-87DB-403B-939E-C2E50BB9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删除差集结点后执行 prev=pa，会影响哪一种输入？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985C82-6AF1-4591-82F0-288778AF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括号匹配把 p!=L 改为 p!=NULL，能否结束？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6200E35-BB68-44DB-9150-C8CF333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括号匹配遇到右括号只执行 --top，不检查类型。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5E8B2A2-72EC-4361-B7E9-21DE820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各给一个反例，并写出修复语句。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70225E-F7E7-44DF-84B9-F1A3597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215312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A4591-065F-48C0-A6DB-62EDF4217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642abcaa344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B929C20-3EE4-4F3F-8A76-7C1DF2F8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检查答案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54CBB94-99B6-432F-8927-2457907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9AFC09-0BAC-4BAE-8D9D-1F90543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连续命中如 A=[2,3]、B=[2,3]：prev 必须仍指头结点。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585D4B1-6ECD-44DD-AB5E-EE5A6DB0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循环表不会走到 NULL，应以回到 L 结束。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4250DC7-27AB-4E4A-803D-7B38EDD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([)] 总数相等但嵌套错误，必须检查当前右括号与栈顶类型。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1995B4-3E96-403D-A0C1-4A81675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7524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2026-10-27T10:09:48.2950000Z</dcterms:created>
  <dcterms:modified xsi:type="dcterms:W3CDTF">2026-10-27T10:09:48.2950000Z</dcterms:modified>
</coreProperties>
</file>
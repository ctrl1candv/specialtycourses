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b4464f27e04375" /><Relationship Type="http://schemas.openxmlformats.org/officeDocument/2006/relationships/extended-properties" Target="/docProps/app.xml" Id="Rb4a48feacd4c4462" /><Relationship Type="http://schemas.openxmlformats.org/officeDocument/2006/relationships/officeDocument" Target="/ppt/presentation.xml" Id="Rb1a2b543465242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db3175dc594a22"/>
  </p:sldMasterIdLst>
  <p:notesMasterIdLst>
    <p:notesMasterId xmlns:r="http://schemas.openxmlformats.org/officeDocument/2006/relationships" r:id="Rf5bc5479ed8d4481"/>
  </p:notesMasterIdLst>
  <p:sldIdLst>
    <p:sldId xmlns:r="http://schemas.openxmlformats.org/officeDocument/2006/relationships" id="256" r:id="R186e1bbc748542b0"/>
    <p:sldId xmlns:r="http://schemas.openxmlformats.org/officeDocument/2006/relationships" id="257" r:id="Rbc3c77aeaca342f6"/>
    <p:sldId xmlns:r="http://schemas.openxmlformats.org/officeDocument/2006/relationships" id="258" r:id="R50716c9dbe954a26"/>
    <p:sldId xmlns:r="http://schemas.openxmlformats.org/officeDocument/2006/relationships" id="259" r:id="R597e1d23908f4985"/>
    <p:sldId xmlns:r="http://schemas.openxmlformats.org/officeDocument/2006/relationships" id="260" r:id="Re84ec316a99b409b"/>
    <p:sldId xmlns:r="http://schemas.openxmlformats.org/officeDocument/2006/relationships" id="261" r:id="R2c2d9117bde6439b"/>
    <p:sldId xmlns:r="http://schemas.openxmlformats.org/officeDocument/2006/relationships" id="262" r:id="Rdae486453d9a4d61"/>
    <p:sldId xmlns:r="http://schemas.openxmlformats.org/officeDocument/2006/relationships" id="263" r:id="R376794b6ceab44b7"/>
    <p:sldId xmlns:r="http://schemas.openxmlformats.org/officeDocument/2006/relationships" id="264" r:id="Rac0a972a2dc740ea"/>
    <p:sldId xmlns:r="http://schemas.openxmlformats.org/officeDocument/2006/relationships" id="265" r:id="Rf59e130edb814e80"/>
    <p:sldId xmlns:r="http://schemas.openxmlformats.org/officeDocument/2006/relationships" id="266" r:id="R043f1fe544b84ed2"/>
    <p:sldId xmlns:r="http://schemas.openxmlformats.org/officeDocument/2006/relationships" id="267" r:id="R11b9ac6c7c2b4b22"/>
    <p:sldId xmlns:r="http://schemas.openxmlformats.org/officeDocument/2006/relationships" id="268" r:id="Rcb6e0e180de348ac"/>
    <p:sldId xmlns:r="http://schemas.openxmlformats.org/officeDocument/2006/relationships" id="269" r:id="Rd9afb53edba24612"/>
    <p:sldId xmlns:r="http://schemas.openxmlformats.org/officeDocument/2006/relationships" id="270" r:id="R8a83e4a6f8174a3a"/>
    <p:sldId xmlns:r="http://schemas.openxmlformats.org/officeDocument/2006/relationships" id="271" r:id="Rbd9fb445e3614a26"/>
    <p:sldId xmlns:r="http://schemas.openxmlformats.org/officeDocument/2006/relationships" id="272" r:id="R791aecc9af064ad1"/>
    <p:sldId xmlns:r="http://schemas.openxmlformats.org/officeDocument/2006/relationships" id="273" r:id="R13d4a70185fb4cdb"/>
    <p:sldId xmlns:r="http://schemas.openxmlformats.org/officeDocument/2006/relationships" id="274" r:id="R0386b97bc41844cf"/>
    <p:sldId xmlns:r="http://schemas.openxmlformats.org/officeDocument/2006/relationships" id="275" r:id="R6eb6d6ea9f6f44da"/>
    <p:sldId xmlns:r="http://schemas.openxmlformats.org/officeDocument/2006/relationships" id="276" r:id="R8613dbb090b54977"/>
    <p:sldId xmlns:r="http://schemas.openxmlformats.org/officeDocument/2006/relationships" id="277" r:id="R1bc827cb0cfa4b40"/>
    <p:sldId xmlns:r="http://schemas.openxmlformats.org/officeDocument/2006/relationships" id="278" r:id="R706802dc0dc84f2a"/>
    <p:sldId xmlns:r="http://schemas.openxmlformats.org/officeDocument/2006/relationships" id="279" r:id="R3d5be03cea5d4a03"/>
    <p:sldId xmlns:r="http://schemas.openxmlformats.org/officeDocument/2006/relationships" id="280" r:id="R4ba90865670b44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278c6c1b5a48d1" /><Relationship Type="http://schemas.openxmlformats.org/officeDocument/2006/relationships/slideMaster" Target="/ppt/slideMasters/slideMaster1.xml" Id="R6bdb3175dc594a22" /><Relationship Type="http://schemas.openxmlformats.org/officeDocument/2006/relationships/notesMaster" Target="/ppt/notesMasters/notesMaster1.xml" Id="Rf5bc5479ed8d4481" /><Relationship Type="http://schemas.openxmlformats.org/officeDocument/2006/relationships/presProps" Target="/ppt/presProps.xml" Id="Rb905169402284159" /><Relationship Type="http://schemas.openxmlformats.org/officeDocument/2006/relationships/tableStyles" Target="/ppt/tableStyles.xml" Id="Rb0a226a8c6a444dc" /><Relationship Type="http://schemas.openxmlformats.org/officeDocument/2006/relationships/slide" Target="/ppt/slides/slide1.xml" Id="R186e1bbc748542b0" /><Relationship Type="http://schemas.openxmlformats.org/officeDocument/2006/relationships/slide" Target="/ppt/slides/slide2.xml" Id="Rbc3c77aeaca342f6" /><Relationship Type="http://schemas.openxmlformats.org/officeDocument/2006/relationships/slide" Target="/ppt/slides/slide3.xml" Id="R50716c9dbe954a26" /><Relationship Type="http://schemas.openxmlformats.org/officeDocument/2006/relationships/slide" Target="/ppt/slides/slide4.xml" Id="R597e1d23908f4985" /><Relationship Type="http://schemas.openxmlformats.org/officeDocument/2006/relationships/slide" Target="/ppt/slides/slide5.xml" Id="Re84ec316a99b409b" /><Relationship Type="http://schemas.openxmlformats.org/officeDocument/2006/relationships/slide" Target="/ppt/slides/slide6.xml" Id="R2c2d9117bde6439b" /><Relationship Type="http://schemas.openxmlformats.org/officeDocument/2006/relationships/slide" Target="/ppt/slides/slide7.xml" Id="Rdae486453d9a4d61" /><Relationship Type="http://schemas.openxmlformats.org/officeDocument/2006/relationships/slide" Target="/ppt/slides/slide8.xml" Id="R376794b6ceab44b7" /><Relationship Type="http://schemas.openxmlformats.org/officeDocument/2006/relationships/slide" Target="/ppt/slides/slide9.xml" Id="Rac0a972a2dc740ea" /><Relationship Type="http://schemas.openxmlformats.org/officeDocument/2006/relationships/slide" Target="/ppt/slides/slide10.xml" Id="Rf59e130edb814e80" /><Relationship Type="http://schemas.openxmlformats.org/officeDocument/2006/relationships/slide" Target="/ppt/slides/slide11.xml" Id="R043f1fe544b84ed2" /><Relationship Type="http://schemas.openxmlformats.org/officeDocument/2006/relationships/slide" Target="/ppt/slides/slide12.xml" Id="R11b9ac6c7c2b4b22" /><Relationship Type="http://schemas.openxmlformats.org/officeDocument/2006/relationships/slide" Target="/ppt/slides/slide13.xml" Id="Rcb6e0e180de348ac" /><Relationship Type="http://schemas.openxmlformats.org/officeDocument/2006/relationships/slide" Target="/ppt/slides/slide14.xml" Id="Rd9afb53edba24612" /><Relationship Type="http://schemas.openxmlformats.org/officeDocument/2006/relationships/slide" Target="/ppt/slides/slide15.xml" Id="R8a83e4a6f8174a3a" /><Relationship Type="http://schemas.openxmlformats.org/officeDocument/2006/relationships/slide" Target="/ppt/slides/slide16.xml" Id="Rbd9fb445e3614a26" /><Relationship Type="http://schemas.openxmlformats.org/officeDocument/2006/relationships/slide" Target="/ppt/slides/slide17.xml" Id="R791aecc9af064ad1" /><Relationship Type="http://schemas.openxmlformats.org/officeDocument/2006/relationships/slide" Target="/ppt/slides/slide18.xml" Id="R13d4a70185fb4cdb" /><Relationship Type="http://schemas.openxmlformats.org/officeDocument/2006/relationships/slide" Target="/ppt/slides/slide19.xml" Id="R0386b97bc41844cf" /><Relationship Type="http://schemas.openxmlformats.org/officeDocument/2006/relationships/slide" Target="/ppt/slides/slide20.xml" Id="R6eb6d6ea9f6f44da" /><Relationship Type="http://schemas.openxmlformats.org/officeDocument/2006/relationships/slide" Target="/ppt/slides/slide21.xml" Id="R8613dbb090b54977" /><Relationship Type="http://schemas.openxmlformats.org/officeDocument/2006/relationships/slide" Target="/ppt/slides/slide22.xml" Id="R1bc827cb0cfa4b40" /><Relationship Type="http://schemas.openxmlformats.org/officeDocument/2006/relationships/slide" Target="/ppt/slides/slide23.xml" Id="R706802dc0dc84f2a" /><Relationship Type="http://schemas.openxmlformats.org/officeDocument/2006/relationships/slide" Target="/ppt/slides/slide24.xml" Id="R3d5be03cea5d4a03" /><Relationship Type="http://schemas.openxmlformats.org/officeDocument/2006/relationships/slide" Target="/ppt/slides/slide25.xml" Id="R4ba90865670b44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8cd67998345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8cee6a4e1a41f3" /><Relationship Type="http://schemas.openxmlformats.org/officeDocument/2006/relationships/notesMaster" Target="/ppt/notesMasters/notesMaster1.xml" Id="R1012cefcb51c46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b5233295d242a7" /><Relationship Type="http://schemas.openxmlformats.org/officeDocument/2006/relationships/notesMaster" Target="/ppt/notesMasters/notesMaster1.xml" Id="Rc8957e9ca1ac43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3bd6412bae4fe9" /><Relationship Type="http://schemas.openxmlformats.org/officeDocument/2006/relationships/notesMaster" Target="/ppt/notesMasters/notesMaster1.xml" Id="R893e803aef68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acc22c0904087" /><Relationship Type="http://schemas.openxmlformats.org/officeDocument/2006/relationships/notesMaster" Target="/ppt/notesMasters/notesMaster1.xml" Id="Ra4702b4727144e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f0f66565fc4300" /><Relationship Type="http://schemas.openxmlformats.org/officeDocument/2006/relationships/notesMaster" Target="/ppt/notesMasters/notesMaster1.xml" Id="R49ca800063e747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49451e25ee4107" /><Relationship Type="http://schemas.openxmlformats.org/officeDocument/2006/relationships/notesMaster" Target="/ppt/notesMasters/notesMaster1.xml" Id="R4838dca00f354e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189340a15a402e" /><Relationship Type="http://schemas.openxmlformats.org/officeDocument/2006/relationships/notesMaster" Target="/ppt/notesMasters/notesMaster1.xml" Id="R5ba5f3e0a6dc45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99286b5224202" /><Relationship Type="http://schemas.openxmlformats.org/officeDocument/2006/relationships/notesMaster" Target="/ppt/notesMasters/notesMaster1.xml" Id="R5fed7f1e9d56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3d31abe004176" /><Relationship Type="http://schemas.openxmlformats.org/officeDocument/2006/relationships/notesMaster" Target="/ppt/notesMasters/notesMaster1.xml" Id="R59bcb0470b0d4a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a1571d8e0b4674" /><Relationship Type="http://schemas.openxmlformats.org/officeDocument/2006/relationships/notesMaster" Target="/ppt/notesMasters/notesMaster1.xml" Id="Rb1dd6ee46fe94e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e630cadf314c62" /><Relationship Type="http://schemas.openxmlformats.org/officeDocument/2006/relationships/notesMaster" Target="/ppt/notesMasters/notesMaster1.xml" Id="Rc048cafa9a1d46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1ea01820ef4ea7" /><Relationship Type="http://schemas.openxmlformats.org/officeDocument/2006/relationships/notesMaster" Target="/ppt/notesMasters/notesMaster1.xml" Id="R24740c1070524d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f803f0c8574ba0" /><Relationship Type="http://schemas.openxmlformats.org/officeDocument/2006/relationships/notesMaster" Target="/ppt/notesMasters/notesMaster1.xml" Id="R2173628f7dff49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92bc2b0f2f42d5" /><Relationship Type="http://schemas.openxmlformats.org/officeDocument/2006/relationships/notesMaster" Target="/ppt/notesMasters/notesMaster1.xml" Id="R308250971afa46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6fd7fa738f470f" /><Relationship Type="http://schemas.openxmlformats.org/officeDocument/2006/relationships/notesMaster" Target="/ppt/notesMasters/notesMaster1.xml" Id="R95f91d738ad947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2a418258614d52" /><Relationship Type="http://schemas.openxmlformats.org/officeDocument/2006/relationships/notesMaster" Target="/ppt/notesMasters/notesMaster1.xml" Id="Rc2f1f369479a4b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84907b2751482f" /><Relationship Type="http://schemas.openxmlformats.org/officeDocument/2006/relationships/notesMaster" Target="/ppt/notesMasters/notesMaster1.xml" Id="Rddc1e9c69d8347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1b232ffb814058" /><Relationship Type="http://schemas.openxmlformats.org/officeDocument/2006/relationships/notesMaster" Target="/ppt/notesMasters/notesMaster1.xml" Id="Rae8d6531812142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9367fafd03434f" /><Relationship Type="http://schemas.openxmlformats.org/officeDocument/2006/relationships/notesMaster" Target="/ppt/notesMasters/notesMaster1.xml" Id="R67faede7e0a24c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d6b50b4d9f44c6" /><Relationship Type="http://schemas.openxmlformats.org/officeDocument/2006/relationships/notesMaster" Target="/ppt/notesMasters/notesMaster1.xml" Id="R0cc3f301b0b449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bca7af18c8e46c9" /><Relationship Type="http://schemas.openxmlformats.org/officeDocument/2006/relationships/notesMaster" Target="/ppt/notesMasters/notesMaster1.xml" Id="Rfde662055a4d4f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2f2f1a027b4749" /><Relationship Type="http://schemas.openxmlformats.org/officeDocument/2006/relationships/notesMaster" Target="/ppt/notesMasters/notesMaster1.xml" Id="Rc36296b1bff94d7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6e4918175ee4972" /><Relationship Type="http://schemas.openxmlformats.org/officeDocument/2006/relationships/notesMaster" Target="/ppt/notesMasters/notesMaster1.xml" Id="R075d8cb210e84e4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1d7165420c422b" /><Relationship Type="http://schemas.openxmlformats.org/officeDocument/2006/relationships/notesMaster" Target="/ppt/notesMasters/notesMaster1.xml" Id="R88b5a83407464f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71b64947fd44da" /><Relationship Type="http://schemas.openxmlformats.org/officeDocument/2006/relationships/notesMaster" Target="/ppt/notesMasters/notesMaster1.xml" Id="Rd71bffa6a6f1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同学们好。这节从完整题目出发，把读题、推演和答案书写连起来。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把纸分成输入、游标、已完成结果三块。阅读填空时不必从第一空立即猜答案；收尾循环已经给了关键证据。今天两题都用链表，但第一题接结点，第二题换数据。这个区别会改变应填写的语句。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原题给出完整函数，下面分段显示。先确认 La 和 Lb 本身就是数据结点指针，不能照带头结点模板写 La-&gt;next。非递增是输出要求，原结点复用使指针保存顺序成为关键。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收尾先把 La 向后移动，再覆盖 p 的 next。看到 p-&gt;next=Lc 和 Lc=p，可以确认结果采用头插。既然每次放到最前面，要得到递减结果，取出的结点应从小到大。现在回到主循环就不需要凭模板名称猜测。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这一刻已经执行p=La和La=La-&gt;next，但还没有改p的后继。p仍连着5，La也指向5，所以接下来即使覆盖p-&gt;next，余链仍能从La找到。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若先执行p-&gt;next=Lc，再用La=La-&gt;next推进，由于La仍指p，读取到的是旧结果链的2，原表后面的5就丢失了。图中每个指针各保存哪一段，是判断更新顺序的依据。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结果链从2、1变成3a、2、1，未处理的A仍是5。因为每次从两个有序余段中选较小值，取出序列非递减；头插把取出顺序反过来，结果因此非递增。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此时再看两条接链语句。第一条需要旧Lc的地址，第二条才更新Lc。若反过来，p-&gt;next会取到p自身，产生自环，同时原结果链失去入口。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【停顿】先让学生写①与②，再写接链语句。条件①必须让两个指针都可以安全取 data。条件②决定哪个较小。③和④不能互换：先更新 Lc 会令 p 的后继指向自己。原题相等时取任一侧都可，只要保持函数任务。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写完四空后，用本页检查每一个答案的来源。①若写成或条件，一条链空时还会进入并访问空指针的data。②若取较大值，头插会破坏要求的结果次序，例如A为1、3，B为2，取出2再1后结果前两项为1、2，已经出现递增相邻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③④由旧结果链的保存关系决定。这种逐空验证适用于阅读题：利用已经给出的访问、收尾和返回约束答案，不需要凭记忆把另一套完整模板硬套进来。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 A 为1、3a、5，B为2、3b、7；a、b只是结点标记，比较时都按3。每轮取最小的未处理结点，放到前面。已经形成的结果始终递减，而未处理的两段仍各自递增。第5轮仍在主循环中取A的5，此后A为空，B的7才进入收尾循环头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四空分别为 La!=NULL &amp;&amp; Lb!=NULL、La-&gt;data&lt;=Lb-&gt;data、p-&gt;next=Lc、Lc=p。比较处用严格小于也正确，仅改变同值结点相对顺序。代码中先推进原表游标，再改 p 的 next，确保剩余链不断。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两个收尾循环在运行时至多一个处理非空余段。它们和主循环共享同一批 m+n 个结点，每个结点只被摘下和接入一次。辅助空间只有几个指针，结果链用原空间。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把每个结点看成一次可消耗的输入：它进入结果链后不会回到La或Lb，因此不可能在另一个收尾循环里再处理一次。主循环结束时至少一个表为空，两个收尾循环也不会都处理非空余段。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空输入只有常数开销；一般长度下，功能要求复用全部结点，所以合计摘取m+n次。复杂度说明应写这一事实，单说“三个循环所以线性”仍然没有证明每个循环的工作量。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优秀的功能说明应包括处理对象、顺序和结果。只写“合并链表”没有交代逆序和复用。时间复杂度不是看见三个 while 就把数量级相乘，它们消耗的是同一批结点。两链若共享结点，改链会破坏另一游标，这不在原题的通常独立输入模型内。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先找三个变量在程序里的角色。min 是结点指针，并非最小值本身。L是额外头结点，所以遍历数据必须从L-&gt;next开始。后面的三条交换语句都针对data，题目没有交换结点。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min从p开始，保证余段只有一个结点时仍有合法候选。q从p的后继开始，意味着已经把p算入候选，不需要重复比较自己。每次外循环结束后，p以前的数据都已排好，本趟只改变p开始的余段。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前一趟已把1放到首数据位置。当前p在存4的结点，q扫描到存3的结点，min指向存2的结点。q未到空之前，min只保证是已经比较部分的最小值，不能提前交换并结束这一趟。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扫描完成后把p和min的数据互换，p所在的位置才最终确定。链的连接没有变，p下一趟仍应沿原next走到下一个位置。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【停顿】②可写 min!=p，③写 p=p-&gt;next。交换数据不会移动p这个结点本身。条件用 p-&gt;data&gt;min-&gt;data 也能完成排序，但与原循环寻找最小结点的语义相比，min!=p最直接。若执行p=min，将跳过某些位置，外循环不再逐个确认排序位置。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找到了min并不等于完成了本趟排序。指针赋值p=min只改变局部变量指向，链中任何数据都没动。如果随后再前进p，原来的4就被跳过，外循环的已排好前缀不再成立。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题目给出的交换语句作用在data上，因此填空要围绕同一语义补齐。若题目改为交换整个结点，必须另找前驱并处理连接，不能只改这个赋值就声称实现了结点交换。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稳定性要追踪完整记录的身份。原题只有整数数据，我们增加a、b标记做性质检查，不更改原填空答案。比较条件用了严格小于仍不能保证稳定，因为较远的一次交换可以把相同关键字越过去。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把第一空放回函数整体，再对空表检查：L-&gt;next为空时主循环一次也不执行，没有访问数据。非空表的最后一趟q为空，但min仍指向p。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三空的表达式很短，完整验证需要看循环推进。每趟p向后移动一个结点，不受交换数据影响。不同题中同名变量角色可能不同，不要把第一题摘结点的做法带到这里。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让学生先写前三趟比较次数，再补等差数列。这个过程比看到双循环直接写平方更稳，因为有些双循环的内层并不每次从头开始。原程序会访问最后一个p，但该趟没有关键字比较，不会给求和多出一项。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完整答案可以写：“以p依次指向各数据位置，每趟从p及其后继中寻找最小数据结点min，若min与p不同则交换二者数据，再将p后移。每趟结束后p所在位置之前的部分均已按升序确定。”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杂度写每趟比较n−1、n−2直到0次，合计n(n−1)/2，因此即使输入已经有序也为O(n²)。只有固定个指针和一个临时数据，所以辅助空间O(1)。稳定性若被询问，可给2a、2b、1的一趟结果1、2b、2a作为证据，不把严格小于比较误当作稳定的充分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【停顿】给学生两分钟写具体输入。第一项任意首个结点就自环；第二项把头结点的数据也参与排序，破坏数据约定；第三项非空表的p不推进，死循环。回到原代码逐项核对后结束，不再追加同义总结。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此页供学生核对，不口播。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74e4ef7f549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78eddef2847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8d1ae5ee542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a7d6d9b2f42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6b9a4ec8d42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903acf42442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67929C-EC84-421A-AE9A-5F5ED69BE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FF51B7-F5B1-4BC3-BF48-F4832FED4B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C32B08-84C9-4D1E-8C7B-B39440D9C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3CBB1B-C3CF-40A9-82E0-D483F87C6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0C589A-EB5D-47CC-B83A-B4CE6F6384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357652-714B-4ED6-BC8B-406EB01A0C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23F30F-CF68-4270-8778-0BFB362B0D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1B43DD-C457-4A70-8B28-3CF4D5ACBF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04339D-3AE3-4F9B-A869-19B448BA7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290A90-E499-449B-8C7E-5223DD7DA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0ec51da9074b35" /><Relationship Type="http://schemas.openxmlformats.org/officeDocument/2006/relationships/slideLayout" Target="/ppt/slideLayouts/slideLayout1.xml" Id="Rd8d6efccdfae40ca" /><Relationship Type="http://schemas.openxmlformats.org/officeDocument/2006/relationships/slideLayout" Target="/ppt/slideLayouts/slideLayout2.xml" Id="Rf3d76dbaa1a745ae" /><Relationship Type="http://schemas.openxmlformats.org/officeDocument/2006/relationships/slideLayout" Target="/ppt/slideLayouts/slideLayout3.xml" Id="R8553092e0cc0441a" /><Relationship Type="http://schemas.openxmlformats.org/officeDocument/2006/relationships/slideLayout" Target="/ppt/slideLayouts/slideLayout4.xml" Id="R914842106df24862" /><Relationship Type="http://schemas.openxmlformats.org/officeDocument/2006/relationships/slideLayout" Target="/ppt/slideLayouts/slideLayout5.xml" Id="Rd0ebc4dd34f14d4b" /><Relationship Type="http://schemas.openxmlformats.org/officeDocument/2006/relationships/slideLayout" Target="/ppt/slideLayouts/slideLayout6.xml" Id="Re44620c4273343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6efccdfae40ca"/>
    <p:sldLayoutId xmlns:r="http://schemas.openxmlformats.org/officeDocument/2006/relationships" id="2147483650" r:id="Rf3d76dbaa1a745ae"/>
    <p:sldLayoutId xmlns:r="http://schemas.openxmlformats.org/officeDocument/2006/relationships" id="2147483651" r:id="R8553092e0cc0441a"/>
    <p:sldLayoutId xmlns:r="http://schemas.openxmlformats.org/officeDocument/2006/relationships" id="2147483652" r:id="R914842106df24862"/>
    <p:sldLayoutId xmlns:r="http://schemas.openxmlformats.org/officeDocument/2006/relationships" id="2147483653" r:id="Rd0ebc4dd34f14d4b"/>
    <p:sldLayoutId xmlns:r="http://schemas.openxmlformats.org/officeDocument/2006/relationships" id="2147483654" r:id="Re44620c4273343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890a95db6471f" /><Relationship Type="http://schemas.openxmlformats.org/officeDocument/2006/relationships/image" Target="/ppt/media/image.jpeg" Id="Ra8a393a0b5f94542" /><Relationship Type="http://schemas.openxmlformats.org/officeDocument/2006/relationships/notesSlide" Target="/ppt/notesSlides/notesSlide1.xml" Id="Rcb427c9b3473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a214e51c44b7c" /><Relationship Type="http://schemas.openxmlformats.org/officeDocument/2006/relationships/image" Target="/ppt/media/image2.jpeg" Id="R13d57d85cf6943fd" /><Relationship Type="http://schemas.openxmlformats.org/officeDocument/2006/relationships/notesSlide" Target="/ppt/notesSlides/notesSlide2.xml" Id="Ra2426b9d1a0249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3b50ab8884b18" /><Relationship Type="http://schemas.openxmlformats.org/officeDocument/2006/relationships/image" Target="/ppt/media/image3.jpeg" Id="Rd458d1f8eb0f443c" /><Relationship Type="http://schemas.openxmlformats.org/officeDocument/2006/relationships/notesSlide" Target="/ppt/notesSlides/notesSlide3.xml" Id="R89cdb4b5481f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fd707ae0e4bad" /><Relationship Type="http://schemas.openxmlformats.org/officeDocument/2006/relationships/image" Target="/ppt/media/image4.jpeg" Id="R06faf30c78344be8" /><Relationship Type="http://schemas.openxmlformats.org/officeDocument/2006/relationships/notesSlide" Target="/ppt/notesSlides/notesSlide4.xml" Id="R8e38191243bf4d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e4afc0d254769" /><Relationship Type="http://schemas.openxmlformats.org/officeDocument/2006/relationships/image" Target="/ppt/media/image5.jpeg" Id="R2b6ddcf60c5c4104" /><Relationship Type="http://schemas.openxmlformats.org/officeDocument/2006/relationships/notesSlide" Target="/ppt/notesSlides/notesSlide5.xml" Id="Re55eced906d049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a4db252fe42d3" /><Relationship Type="http://schemas.openxmlformats.org/officeDocument/2006/relationships/image" Target="/ppt/media/image6.jpeg" Id="R9af8672ac3e54afc" /><Relationship Type="http://schemas.openxmlformats.org/officeDocument/2006/relationships/notesSlide" Target="/ppt/notesSlides/notesSlide6.xml" Id="Ra6f866e18d9042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92df0a47b417b" /><Relationship Type="http://schemas.openxmlformats.org/officeDocument/2006/relationships/image" Target="/ppt/media/image7.jpeg" Id="R77f3d1891dd646eb" /><Relationship Type="http://schemas.openxmlformats.org/officeDocument/2006/relationships/notesSlide" Target="/ppt/notesSlides/notesSlide7.xml" Id="Rebae04ca201e4b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b04ffd4ef4f7d" /><Relationship Type="http://schemas.openxmlformats.org/officeDocument/2006/relationships/image" Target="/ppt/media/image8.jpeg" Id="R8c45b4daad4140ab" /><Relationship Type="http://schemas.openxmlformats.org/officeDocument/2006/relationships/notesSlide" Target="/ppt/notesSlides/notesSlide8.xml" Id="Rcced6fd0c1c54d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a38398ded4d2b" /><Relationship Type="http://schemas.openxmlformats.org/officeDocument/2006/relationships/image" Target="/ppt/media/image9.jpeg" Id="R4c58dd721ce14f8f" /><Relationship Type="http://schemas.openxmlformats.org/officeDocument/2006/relationships/notesSlide" Target="/ppt/notesSlides/notesSlide9.xml" Id="Rc6fb43e6daf842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24ed495bd40a5" /><Relationship Type="http://schemas.openxmlformats.org/officeDocument/2006/relationships/image" Target="/ppt/media/image10.jpeg" Id="R05da5678d6324eda" /><Relationship Type="http://schemas.openxmlformats.org/officeDocument/2006/relationships/notesSlide" Target="/ppt/notesSlides/notesSlide10.xml" Id="Re3f940eb1e2348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b736e76824181" /><Relationship Type="http://schemas.openxmlformats.org/officeDocument/2006/relationships/image" Target="/ppt/media/image11.jpeg" Id="R0c9a9464c3a7421f" /><Relationship Type="http://schemas.openxmlformats.org/officeDocument/2006/relationships/notesSlide" Target="/ppt/notesSlides/notesSlide11.xml" Id="R830522c45102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ef089765f4879" /><Relationship Type="http://schemas.openxmlformats.org/officeDocument/2006/relationships/image" Target="/ppt/media/image12.jpeg" Id="Rc1aab27690324279" /><Relationship Type="http://schemas.openxmlformats.org/officeDocument/2006/relationships/notesSlide" Target="/ppt/notesSlides/notesSlide12.xml" Id="R93f932c2db3444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7e223e9b64ac7" /><Relationship Type="http://schemas.openxmlformats.org/officeDocument/2006/relationships/image" Target="/ppt/media/image13.jpeg" Id="R41c45fa77b6049eb" /><Relationship Type="http://schemas.openxmlformats.org/officeDocument/2006/relationships/notesSlide" Target="/ppt/notesSlides/notesSlide13.xml" Id="R88c031f4e1424d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6445e02354714" /><Relationship Type="http://schemas.openxmlformats.org/officeDocument/2006/relationships/image" Target="/ppt/media/image14.jpeg" Id="Rf180806d238f4b10" /><Relationship Type="http://schemas.openxmlformats.org/officeDocument/2006/relationships/notesSlide" Target="/ppt/notesSlides/notesSlide14.xml" Id="Re68343da840246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fa2fccf41408c" /><Relationship Type="http://schemas.openxmlformats.org/officeDocument/2006/relationships/image" Target="/ppt/media/image15.jpeg" Id="Rbf68d6fe360c4cea" /><Relationship Type="http://schemas.openxmlformats.org/officeDocument/2006/relationships/notesSlide" Target="/ppt/notesSlides/notesSlide15.xml" Id="R729a4c4d58654d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8950220e64cd6" /><Relationship Type="http://schemas.openxmlformats.org/officeDocument/2006/relationships/image" Target="/ppt/media/image16.jpeg" Id="Rbca4bf7aff004560" /><Relationship Type="http://schemas.openxmlformats.org/officeDocument/2006/relationships/notesSlide" Target="/ppt/notesSlides/notesSlide16.xml" Id="R7b1b1f4d946249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b36a8748e4d05" /><Relationship Type="http://schemas.openxmlformats.org/officeDocument/2006/relationships/image" Target="/ppt/media/image17.jpeg" Id="R98591bf9ea1849ea" /><Relationship Type="http://schemas.openxmlformats.org/officeDocument/2006/relationships/notesSlide" Target="/ppt/notesSlides/notesSlide17.xml" Id="R2ffbc198f4a141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8fb089bd548c5" /><Relationship Type="http://schemas.openxmlformats.org/officeDocument/2006/relationships/image" Target="/ppt/media/image18.jpeg" Id="Rd4fdfcd96ff14b7a" /><Relationship Type="http://schemas.openxmlformats.org/officeDocument/2006/relationships/notesSlide" Target="/ppt/notesSlides/notesSlide18.xml" Id="Rd0edc46fcc924f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35cd8f47448b0" /><Relationship Type="http://schemas.openxmlformats.org/officeDocument/2006/relationships/image" Target="/ppt/media/image19.jpeg" Id="R7fd31e7feef4403c" /><Relationship Type="http://schemas.openxmlformats.org/officeDocument/2006/relationships/notesSlide" Target="/ppt/notesSlides/notesSlide19.xml" Id="R7dd0d4f50ece43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a6d073d9849f4" /><Relationship Type="http://schemas.openxmlformats.org/officeDocument/2006/relationships/image" Target="/ppt/media/image20.jpeg" Id="R4906487a81e04ebe" /><Relationship Type="http://schemas.openxmlformats.org/officeDocument/2006/relationships/notesSlide" Target="/ppt/notesSlides/notesSlide20.xml" Id="R411d2c0938bb4a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08dea3f834c8c" /><Relationship Type="http://schemas.openxmlformats.org/officeDocument/2006/relationships/image" Target="/ppt/media/image21.jpeg" Id="Ra6df3e20404847e5" /><Relationship Type="http://schemas.openxmlformats.org/officeDocument/2006/relationships/notesSlide" Target="/ppt/notesSlides/notesSlide21.xml" Id="R3585c1baa0f847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73ed2916e4f93" /><Relationship Type="http://schemas.openxmlformats.org/officeDocument/2006/relationships/image" Target="/ppt/media/image22.jpeg" Id="Rbc0aef2d4edf41c4" /><Relationship Type="http://schemas.openxmlformats.org/officeDocument/2006/relationships/notesSlide" Target="/ppt/notesSlides/notesSlide22.xml" Id="R657f7113c8c34f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4168af440497d" /><Relationship Type="http://schemas.openxmlformats.org/officeDocument/2006/relationships/image" Target="/ppt/media/image23.jpeg" Id="Rd7f444c3a73b4113" /><Relationship Type="http://schemas.openxmlformats.org/officeDocument/2006/relationships/notesSlide" Target="/ppt/notesSlides/notesSlide23.xml" Id="R7db3868fe1304d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30cbb5ea34277" /><Relationship Type="http://schemas.openxmlformats.org/officeDocument/2006/relationships/image" Target="/ppt/media/image24.jpeg" Id="Rdcbf3935bd5a4e25" /><Relationship Type="http://schemas.openxmlformats.org/officeDocument/2006/relationships/notesSlide" Target="/ppt/notesSlides/notesSlide24.xml" Id="R9b36969a799441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a2a23137b432f" /><Relationship Type="http://schemas.openxmlformats.org/officeDocument/2006/relationships/image" Target="/ppt/media/image25.jpeg" Id="R7945b7f204e744e5" /><Relationship Type="http://schemas.openxmlformats.org/officeDocument/2006/relationships/notesSlide" Target="/ppt/notesSlides/notesSlide25.xml" Id="R06680723223148f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90894-AAA0-4736-B69D-43E9EF5C5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393a0b5f945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D2633AA-39C7-4051-8181-C5B8D0DB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9A15B88-9A3B-4FE1-9C2F-B0E77BC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数据结构冲刺阶段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C2300EC-26F5-451E-9FD3-740B41CF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链表程序阅读与运行代价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8933BD6-0679-4D6D-AE69-EF640A5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主讲：牙膏学长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17F23A4-073E-4E52-A12B-12468E15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90888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1289B-5138-4A92-AC68-5BD9CF7FC1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57d85cf6943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C765C5B-0EB5-413B-8856-B9EC28FD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2A7E3AB-C572-487B-976B-C152811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读代码时先确定四件事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516D9-6DD5-4A53-882C-1F1CDD4EEE5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78300"/>
                <a:gridCol w="656590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先读哪里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得到什么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函数与参数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输入结构、头结点约定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循环和指针推进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每轮消耗哪些结点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结果构造与返回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输出方向、复用还是复制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循环后收尾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还剩哪些情况必须处理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A6BF187-B77B-42B4-93A1-426B020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1445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50CAF-4E67-4E19-A885-F74958D15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8d1f8eb0f44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4533440-BA73-49BB-BBCA-415E42E9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1755A1C-9770-4DDB-AB84-F448F22D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2024 阅读题：归并成非递增链表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3960DE0-56EE-4AA9-81B6-2BB9143F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两条不带头结点的链表 La、Lb 各按值非递减排列。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BF9774F-26EB-4D5B-A4C4-C57A3283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复用原结点，合并为一条非递增链表，返回首结点。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BBD233D-C45D-4646-B3FD-6481AE1E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主循环选出较小结点 p，再接入结果；补全四处。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9F4C9C8-5094-4577-8155-B44BA1FE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读完程序后分析长度分别为 m、n 时的时间复杂度。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39BB52-3315-4EB7-8FDE-5FE5A7C1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93291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93368-984A-410F-8475-C91A133870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af30c78344b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A8C7A64-E909-4CE5-BACC-AB880A96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59E21A5-B27C-46A3-9243-37DEC1CA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先读已给出的收尾循环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1D83C-DB73-4AB4-9FCF-DBF712E4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2950F-147F-4F3F-9BFC-0EB9793E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70F5F2-D7E8-4CB2-98CE-4ED3019E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while (La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Node *p = La;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La = La-&gt;next;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p-&gt;next = Lc;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Lc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// Lb 的收尾循环具有相同结构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return Lc;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5DAB40D-F183-4928-B63D-9519CE4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30768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BA37B-8790-4BD1-8312-0F64982CC6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ddcf60c5c41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E109884-290B-4C29-8E34-D2674DEB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A8A500C-4036-4134-9A05-EA616F1A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头插前，p与La分别保留当前结点和余链</a:t>
            </a:r>
          </a:p>
        </p:txBody>
      </p:sp>
      <p:sp>
        <p:nvSpPr>
          <p:cNvPr id="4" name="Diagram node p">
            <a:extLst xmlns:a="http://schemas.openxmlformats.org/drawingml/2006/main">
              <a:ext uri="{FF2B5EF4-FFF2-40B4-BE49-F238E27FC236}">
                <a16:creationId xmlns:a16="http://schemas.microsoft.com/office/drawing/2014/main" id="{D0876F3C-AF12-488A-907D-CE4812DA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549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3a</a:t>
            </a:r>
          </a:p>
        </p:txBody>
      </p:sp>
      <p:sp>
        <p:nvSpPr>
          <p:cNvPr id="5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9082D6B1-FC00-470B-81AD-7EC350EF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14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Diagram node nilA">
            <a:extLst xmlns:a="http://schemas.openxmlformats.org/drawingml/2006/main">
              <a:ext uri="{FF2B5EF4-FFF2-40B4-BE49-F238E27FC236}">
                <a16:creationId xmlns:a16="http://schemas.microsoft.com/office/drawing/2014/main" id="{069ABCB4-BD77-45FA-8948-C0AC81EC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256641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NULL</a:t>
            </a:r>
          </a:p>
        </p:txBody>
      </p:sp>
      <p:sp>
        <p:nvSpPr>
          <p:cNvPr id="7" name="Diagram node c2">
            <a:extLst xmlns:a="http://schemas.openxmlformats.org/drawingml/2006/main">
              <a:ext uri="{FF2B5EF4-FFF2-40B4-BE49-F238E27FC236}">
                <a16:creationId xmlns:a16="http://schemas.microsoft.com/office/drawing/2014/main" id="{C9A7A2D9-8722-4135-AAE8-62D78948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549" y="354349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Diagram node c1">
            <a:extLst xmlns:a="http://schemas.openxmlformats.org/drawingml/2006/main">
              <a:ext uri="{FF2B5EF4-FFF2-40B4-BE49-F238E27FC236}">
                <a16:creationId xmlns:a16="http://schemas.microsoft.com/office/drawing/2014/main" id="{84BFE430-68B4-48A4-BA9A-DB2E4918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145" y="354349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Diagram node nilC">
            <a:extLst xmlns:a="http://schemas.openxmlformats.org/drawingml/2006/main">
              <a:ext uri="{FF2B5EF4-FFF2-40B4-BE49-F238E27FC236}">
                <a16:creationId xmlns:a16="http://schemas.microsoft.com/office/drawing/2014/main" id="{1E45172E-475D-473C-AF89-F865DCB4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54349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NULL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D3EA2-C36A-429C-AC44-50B3639B3E8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82899" y="2804541"/>
            <a:ext cx="273024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84757-A325-487F-A2E2-769B80BD387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08495" y="2804541"/>
            <a:ext cx="23583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7D947-AC2C-4F80-B1AE-D4C22E8D974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2899" y="3781616"/>
            <a:ext cx="2730246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B2A44-D15D-4DBC-B3F2-BF0D66327FD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08495" y="3781616"/>
            <a:ext cx="23583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DCB82B-646B-456A-9616-039B48D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349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A5BDC29-E4F9-497F-B62D-77C44151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945" y="2223516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La已前进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55B89C8-00EC-4139-9B9F-5CAE8B5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349" y="4073081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Lc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848A7D3-441B-45BF-96AD-74CA49A6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当前取A中的3a，原结果链是2→1。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6DB175A-0360-4861-AE79-8550E12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先保存p，再将La推进到5。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A49353-5773-4FCA-BBA6-4A83EFB9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p-&gt;next尚未改写，余链已由La保存。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11DA9E-BB41-4DD4-85AA-9CEB7C22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33215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E2AFD-30DA-44CD-AEF2-6AD071A6C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8672ac3e54a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12D70E0-72AF-478A-8FAF-4265326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8BB0899-5466-4D74-87F0-6E210B1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头插后，3a成为新的结果首结点</a:t>
            </a:r>
          </a:p>
        </p:txBody>
      </p:sp>
      <p:sp>
        <p:nvSpPr>
          <p:cNvPr id="4" name="Diagram node c3">
            <a:extLst xmlns:a="http://schemas.openxmlformats.org/drawingml/2006/main">
              <a:ext uri="{FF2B5EF4-FFF2-40B4-BE49-F238E27FC236}">
                <a16:creationId xmlns:a16="http://schemas.microsoft.com/office/drawing/2014/main" id="{88A9FA11-7D6A-453F-8B2E-CF5FE87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693" y="260889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3a</a:t>
            </a:r>
          </a:p>
        </p:txBody>
      </p:sp>
      <p:sp>
        <p:nvSpPr>
          <p:cNvPr id="5" name="Diagram node c2">
            <a:extLst xmlns:a="http://schemas.openxmlformats.org/drawingml/2006/main">
              <a:ext uri="{FF2B5EF4-FFF2-40B4-BE49-F238E27FC236}">
                <a16:creationId xmlns:a16="http://schemas.microsoft.com/office/drawing/2014/main" id="{282DE88E-E371-40AF-9638-1DE44EAD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757" y="260889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c1">
            <a:extLst xmlns:a="http://schemas.openxmlformats.org/drawingml/2006/main">
              <a:ext uri="{FF2B5EF4-FFF2-40B4-BE49-F238E27FC236}">
                <a16:creationId xmlns:a16="http://schemas.microsoft.com/office/drawing/2014/main" id="{85507FE8-7BBA-488A-9241-4431A00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821" y="260889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Diagram node nilC">
            <a:extLst xmlns:a="http://schemas.openxmlformats.org/drawingml/2006/main">
              <a:ext uri="{FF2B5EF4-FFF2-40B4-BE49-F238E27FC236}">
                <a16:creationId xmlns:a16="http://schemas.microsoft.com/office/drawing/2014/main" id="{A63BD2EF-6E37-4A25-BACC-53DDDCD6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2608898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NULL</a:t>
            </a:r>
          </a:p>
        </p:txBody>
      </p:sp>
      <p:sp>
        <p:nvSpPr>
          <p:cNvPr id="8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D64C50B2-B32C-46B3-B4D0-34FFC25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757" y="3585972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Diagram node nilA">
            <a:extLst xmlns:a="http://schemas.openxmlformats.org/drawingml/2006/main">
              <a:ext uri="{FF2B5EF4-FFF2-40B4-BE49-F238E27FC236}">
                <a16:creationId xmlns:a16="http://schemas.microsoft.com/office/drawing/2014/main" id="{58551FBF-89E9-4A1F-A987-77999095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3585972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NULL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F80A5-F898-4726-87CC-93A4C2953D5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11043" y="2847023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A034D-C6A7-43FD-9B4E-14237013303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428107" y="2847023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796B3-7CB9-4198-8F16-0203B4C235A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45171" y="2847023"/>
            <a:ext cx="152171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C13EF-D5FB-48FE-9AC9-5A42F696DFC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428107" y="3824097"/>
            <a:ext cx="207949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5136D83-BEC3-4115-8DB8-8C872433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493" y="2265998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Lc、p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363E606-9120-4EF2-898A-E906F724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6557" y="411556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La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695536B-57F2-4507-865F-36C9486F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执行p-&gt;next=Lc，再执行Lc=p。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8BBC405-418D-48C0-80EA-1AD158E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新取出的3不小于已取出的2和1，头插后仍非递增。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964A8C-690E-432B-876C-61F76E3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只重连现有结点，没有复制数据结点。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4D0943F-0FC9-4CA4-AE96-57453DF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681851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9E86F-B04C-424A-A05D-65CA41D79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3d1891dd646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35E3D7F-116D-4035-8D02-07AFFA25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F03D086-AB77-4C62-AB5D-40E49538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主循环的四处填空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17A45-6BE3-4DF0-98D2-81C53644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B2F61-5CEC-42AF-8E58-9FA22B32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EDED7D7-4DD7-4E86-931A-3A92BA9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while (①)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Node *p;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(②) { p = La; La = La-&gt;next;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else { p = Lb; Lb = Lb-&gt;next;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③;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④;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0D87271-15E4-496C-A427-B39330E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99014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F77FA-A425-441E-8CDC-4FC342972A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5b4daad4140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B9E76D0-9263-4517-AC4E-FD1CFCD5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0251776-FBF5-4411-9BAB-D3BC21A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四个空分别受哪条已知条件约束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EF769-6295-4E33-ACA9-AAE748616CEE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01761"/>
                <a:gridCol w="3598214"/>
                <a:gridCol w="504422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必须满足的状态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La和Lb都能取data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比较分支访问两表当前结点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取较小的当前结点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头插使取出顺序反转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p先连到原Lc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旧结果链不能丢失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Lc再改为p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p成为新首结点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006B327-8275-4913-8132-67365BF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25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相等时取任一侧均可，只改变同值结点的身份次序。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89E24B-7386-4E69-B5AD-85629A9B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46691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2542E-B809-4728-8D33-23ECD87BA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8dd721ce14f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B6BC360-51A3-49D5-A8DF-9EB6316F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FB9878A-A8BC-490E-9018-42E8E540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用重复值区分结点和关键字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4AEE7-6853-451B-9335-8A356A8D51B5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90858"/>
                <a:gridCol w="5032546"/>
                <a:gridCol w="372079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取出的结点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结果链 Lc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的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的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→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的 3a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3a → 2 →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的 3b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3b → 3a → 2 →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第5轮与收尾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主循环取 A 的 5；收尾取 B 的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→ 5 → 3b → 3a → 2 →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2C2E719-9466-49F5-B1A1-53950718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8279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70F72-D59D-40F7-AE4A-8B1360368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a5678d6324e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CFF01EB-6FE7-435B-980B-58620297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745AEF8-6E63-4DFE-ADB6-A08BB45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归并逆序的答案（1/2）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14BB-CEA5-4CD8-86F4-F93858D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83FB8-78A4-4FAC-B6CF-DF1190A1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869CE15-4E61-492E-903A-1FBEDF8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Node *mergeAndReverse(Node *La, Node *Lb)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Node *Lc =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(La != NULL &amp;&amp; Lb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Node *p;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(La-&gt;data &lt;= Lb-&gt;data)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 = La; La = La-&gt;next;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 else { p = Lb; Lb = Lb-&gt;next;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p-&gt;next = Lc; Lc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0E2761C-F616-45B9-ACC6-5442B94C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86050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88585-94D8-4E6E-9D3E-77BCA5105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a9464c3a742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E4CDC6-4396-4DF0-BEA1-FEE77BC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AE7F3A2-466D-43CD-892D-44F6D82D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归并逆序的答案（2/2）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490A5-3835-4414-AED7-6D4D4D22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83E25-775D-4BD8-8DAB-735FFA4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374F86-3E1B-4B9A-A515-4AF34E91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while (La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Node *p = La; La = La-&gt;next;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p-&gt;next = Lc; Lc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(Lb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Node *p = Lb; Lb = Lb-&gt;next;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p-&gt;next = Lc; Lc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Lc;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1E5FE5E-5E1B-479A-B787-430230F2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3310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4356E-0FD0-47A0-ACB5-2068B8F42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ab276903242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6C97A5A-7520-449A-B107-98D8C175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A8BB3F9-C324-477E-9DBC-3218816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三个循环共同消耗m+n个结点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4EC34-4EE4-4C91-B3C8-F27E81316770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18607"/>
                <a:gridCol w="4988379"/>
                <a:gridCol w="3837214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消耗的结点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每结点工作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主循环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两表仍同时非空时取出的结点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比较一次，摘取和头插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A收尾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主循环未取出的A余段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摘取和头插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B收尾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主循环未取出的B余段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摘取和头插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每个输入结点恰好一次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固定次指针操作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36DE52F-CB25-46E7-A6F0-FEB10DC4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对非空输入，总摘取次数m+n，时间O(m+n)。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204D550-7F02-4C52-8024-456967A1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97379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6C23B-B88E-40DB-AB7E-D26C7978C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45fa77b6049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F28646B-FF11-4C26-AB75-13469EE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492E0E2-D164-43CC-B52F-7E1CAAD5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把功能与复杂度写完整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5F310B4-0DC5-4A99-9319-F483449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功能：复用两条非递减链表的全部结点，生成一条非递增链表。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5FAF227-3B83-4F48-8884-DECAEC6A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 O(m+n)：每个输入结点只被取出一次。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701D4B-2092-4AC1-828D-B1B78B54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辅助空间 O(1)：结果使用原结点，只有固定数量指针。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31B960A-34A3-44F2-AF60-E28DB8AE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空表、单结点、重复值均可；输入不能共享结点。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29CFFAF-F96A-4384-B6E2-2F940BB4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824202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6B10C-8F3D-455C-A1FC-FFEDC5802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0806d238f4b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20FB0D9-D2DF-407F-B886-497D4BE7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9B21B2B-6F8C-4F67-8770-B0877418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2025 阅读题：链表简单选择排序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DA2B5FF-92CF-4A27-BD5A-51FC87E2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带头结点单链表 L；按 data 升序排序。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CE74E2B-0578-4547-B954-27ACE07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 指向本趟待确定的位置；q 扫描余段；min 记录最小值结点。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87F9E7C-D15E-4384-B8FD-3C291099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交换两个结点的数据，不重新连接结点。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986F56A-8703-47BB-A0FF-CDACB22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补全起点、交换条件和下一趟的位置。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5CDCCDA-899B-4A4C-8EA6-75952B4F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844754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3D240-A466-4D76-A44D-55137E2D9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8d6fe360c4c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F76AA5E-AA7C-4E7F-8D1B-ACE0E8EF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7E09F01-0FE2-4E3F-8E37-66AD89D9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先读寻找最小值的一段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868DA5-F778-4D25-B81A-D39BFCAC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0D691-55D3-4930-827D-7C07610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1D958C6-7FB9-4A01-8592-1B8D7CE2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p = ①;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while (p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Node *min = p, *q = p-&gt;next;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(q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(q-&gt;data &lt; min-&gt;data) min = q;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q = q-&gt;next;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// 随后交换 data，并推进 p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D9DDA5A-3F2A-4837-870D-C220E3E8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90815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E8DDC-C0D4-4360-B357-1BE46E8D60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bf7aff00456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CAECE86-0A95-4B0E-851C-069B4245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02D5BC7-3EE0-4FC2-A169-B9DD6F4E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第二趟扫描时，p之前的前缀已经确定</a:t>
            </a:r>
          </a:p>
        </p:txBody>
      </p:sp>
      <p:sp>
        <p:nvSpPr>
          <p:cNvPr id="4" name="Diagram node head">
            <a:extLst xmlns:a="http://schemas.openxmlformats.org/drawingml/2006/main">
              <a:ext uri="{FF2B5EF4-FFF2-40B4-BE49-F238E27FC236}">
                <a16:creationId xmlns:a16="http://schemas.microsoft.com/office/drawing/2014/main" id="{5DFB3EDE-C772-4C73-B6D7-086A0BE5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87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L</a:t>
            </a:r>
          </a:p>
        </p:txBody>
      </p:sp>
      <p:sp>
        <p:nvSpPr>
          <p:cNvPr id="5" name="Diagram node n1">
            <a:extLst xmlns:a="http://schemas.openxmlformats.org/drawingml/2006/main">
              <a:ext uri="{FF2B5EF4-FFF2-40B4-BE49-F238E27FC236}">
                <a16:creationId xmlns:a16="http://schemas.microsoft.com/office/drawing/2014/main" id="{EAFFF3CC-2DC8-49A2-BA1B-5596526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Diagram node n4">
            <a:extLst xmlns:a="http://schemas.openxmlformats.org/drawingml/2006/main">
              <a:ext uri="{FF2B5EF4-FFF2-40B4-BE49-F238E27FC236}">
                <a16:creationId xmlns:a16="http://schemas.microsoft.com/office/drawing/2014/main" id="{6D388203-F582-40C9-AAE5-470B095D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57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Diagram node n2">
            <a:extLst xmlns:a="http://schemas.openxmlformats.org/drawingml/2006/main">
              <a:ext uri="{FF2B5EF4-FFF2-40B4-BE49-F238E27FC236}">
                <a16:creationId xmlns:a16="http://schemas.microsoft.com/office/drawing/2014/main" id="{B9270234-5887-49CC-B97C-7772F96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092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Diagram node n3">
            <a:extLst xmlns:a="http://schemas.openxmlformats.org/drawingml/2006/main">
              <a:ext uri="{FF2B5EF4-FFF2-40B4-BE49-F238E27FC236}">
                <a16:creationId xmlns:a16="http://schemas.microsoft.com/office/drawing/2014/main" id="{27E167FC-73C4-407C-9149-17EF4DA2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281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Diagram node nil">
            <a:extLst xmlns:a="http://schemas.openxmlformats.org/drawingml/2006/main">
              <a:ext uri="{FF2B5EF4-FFF2-40B4-BE49-F238E27FC236}">
                <a16:creationId xmlns:a16="http://schemas.microsoft.com/office/drawing/2014/main" id="{09C6C2A4-F8E7-45CE-B6AE-4D669E3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66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NULL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E3DC-206F-494F-AC74-44B2FC82DD4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46223" y="3271838"/>
            <a:ext cx="77800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CEE5A-DCC7-413A-81FE-E8A925085D3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219575" y="3271838"/>
            <a:ext cx="77800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80392-09EF-4F76-9F27-0FE2FDC2AB4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92927" y="3271838"/>
            <a:ext cx="77800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E57E2-DF27-46B5-8B40-62B030DFE83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66279" y="3271838"/>
            <a:ext cx="77800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663FA-C643-48E5-9D40-766824F48C2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631" y="3271838"/>
            <a:ext cx="68503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FC8C226-37C2-427A-93A8-5938EB8C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81819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已排好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92CBCC4-2D92-47D5-B7D3-5687B5C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377" y="250126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9F146F1-8D6E-4E91-BE8A-56596A96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729" y="250126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min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2EA6F19-192D-4E74-8314-0C06217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8081" y="2501265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27101BC-0C21-4FA0-80E0-5FE344F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当前余段4、2、3。已比较4与2，下一次检查3。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D21905A-792B-408C-8020-BD0112A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min指向已经扫描部分的最小值结点。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49DC0A5-3220-418E-B6B8-B0DFE8B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q继续向后，p保持本趟要填的位置。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50980DE-1221-4861-AA20-A0D036F3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934485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292C6-3405-48AE-9AE6-4E949651D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91bf9ea1849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29A7ED-AAE2-422E-8501-84E5C45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33E6865-3674-4B84-8054-D222A3D0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交换与推进分别填什么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6AC3A-C0C6-45B6-BEB8-2D01C72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4AA5B-27AD-4BB7-B580-9CD635A6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13FF077-D376-4592-937F-87535C88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(②)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temp = p-&gt;data;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p-&gt;data = min-&gt;data;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min-&gt;data = temp;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③;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CED92C3-8726-46EA-A038-95880E94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5458681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FCA96-9F48-40CB-A90C-FD5E31504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dfcd96ff14b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CB0ADC1-90D6-4063-B064-47C4AB8F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4BD911-96B1-4B6B-A741-EA06C228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p=min不能代替交换数据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E5B17-47B1-4D4B-A899-AF274A96F8B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62777"/>
                <a:gridCol w="7181423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输入余段4、2、3的变化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交换p与min的data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当前位置变2，余段变2、4、3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仅执行p=min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结点数据仍是4、2、3，只移动了游标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再执行p=p-&gt;next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游标到3，前面的4仍未排好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2FC068A-E715-49F1-B85C-71B7EAC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“记录最小值结点”与“把最小值放到当前位置”是两个动作。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0CF2F86-2C2F-4BB5-A797-662EAB56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7366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E6AFE-5BBE-48B4-9C21-7E02112FE1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31e7feef440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4F76F0C-2248-4A3D-9D97-BB7BB3C3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543E404-99E4-49D7-B96F-4CF60F82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同键记录的次序可能改变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6ABB1-35BB-45E9-8633-8595B4887909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7218"/>
                <a:gridCol w="3856409"/>
                <a:gridCol w="4530573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数据记录序列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2a，2b，1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a、b 区分同键记录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1，2b，2a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与首位置的 2a 交换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1，2b，2a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比较相等不更新 min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2a 与 2b 次序颠倒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简单选择排序不稳定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E2966F4-095F-4658-9F3D-167BA974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2529173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04EC1-6956-45E0-A587-10E9FBC1B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6487a81e04e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E68A1C4-6600-427D-AE03-4AB2CC5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F1F8599-4296-4AB4-A28C-A237FAD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选择排序的答案（1/2）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ABEFB-E428-4347-A3AC-5A4D69B5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7C6A2-185B-470B-B279-CB6569E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FBD1B77-824D-47B2-AE1E-9EDE4C52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SelectionSort(SortNode *L)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SortNode *p = L-&gt;next;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(p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SortNode *min = p, *q = p-&gt;next;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while (q !=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if (q-&gt;data &lt; min-&gt;data) min = q;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q = q-&gt;next;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2A62756-43AA-45D6-ABD0-0D3FA73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4461176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96386-0B41-4691-9B3F-A6632718BC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3e20404847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694568F-F0ED-4882-AB6A-8682DEF1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B95AEBC-174D-480A-8873-E276F7B6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选择排序的答案（2/2）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43720-FE84-4F5B-A1F2-9F6020D6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CCB79-71A4-4AD7-8604-4397B586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0E7627C-4F84-4BD2-AB28-53ADF43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(min != p)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int temp = p-&gt;data;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p-&gt;data = min-&gt;data;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    min-&gt;data = temp;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 = p-&gt;next;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EE1802E-B732-4B5A-8CB5-E97B4A24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9925217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4F5B8-4462-43A2-BB08-2C5E0EC52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aef2d4edf41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EC8B4AE-0CB2-482D-8F07-37058EC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09BD9AB-4D16-45BB-81F4-E188B7AC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工作量由每趟的扫描范围决定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25E54D-094A-4171-8362-2CC08FF6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n 个数据结点：关键字比较总数为 (n−1)+(n−2)+…+1。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3B381B-2F8F-49E4-BA63-B9C95F28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无论原序列已排序、逆序还是含重复值，比较总数不变。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BB9725-E551-4725-BA69-FECC7CF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 O(n²)，辅助空间 O(1)。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1A2F398-EE20-40D2-9E86-3FD5D855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交换次数与输入有关，最多 n−1 次；比较次数与交换次数分开统计。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B06F2D9-E89B-49E9-AFAE-2F45C5E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9317740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F4FFA-C44C-4096-AF62-D129661A4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444c3a73b41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B25BB2C-2218-43DE-9B5D-4737A75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75EA288-3500-4007-B6C0-97E9143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选择排序题的完整解释答案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775347D-1A16-4484-80A1-0BC77E2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功能：依次选出未排序余段的最小数据，与当前结点数据交换。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F98672A-45A2-4B51-A7D3-4AD6857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n个数据结点共比较n(n−1)/2次，已升序时仍需扫描各余段。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B521E0-ABF5-4B6E-888F-AC6A7FC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时间O(n²)，辅助空间O(1)，交换次数至多n−1。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0C7D036-6229-4751-B11F-A592E8F1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结点连接不变。若把数据看作带身份的记录，此排序不稳定。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0FF54C0-E31A-4FD3-AA2C-5FBC2D9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1806543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F96CE-E244-4562-A810-680B162630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f3935bd5a4e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643237A-8390-4C54-BD92-C9B4EA5F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9EF0F2A-4171-463F-B3A0-53633CF3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课堂检查：哪些修改会破坏答案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FC3440E-06D4-4058-8B5D-C8E76C72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归并题将 Lc=p 放到 p-&gt;next=Lc 之前。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FE52F6-D115-4FB3-8CA4-7CC86C4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选择排序把 p=L-&gt;next 改为 p=L。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5409F83-4687-45A0-BD05-9B89B98D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选择排序删除最后的 p=p-&gt;next。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C6949C6-1D19-41B3-80C1-C8F4AD61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分别写出一个最小反例，不只回答“错误”。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92EE3A-1498-440E-807C-1F9DA8B8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2412430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3FFB6-9098-4310-9537-3995264B5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5b7f204e744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FFCC749-C336-43E3-A1B7-4A83C04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检查答案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E2EBECF-36D4-4689-99DA-AA2993C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课堂检查参考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37DB98B-68E8-4B9F-86AE-ED67C16E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归并：p-&gt;next 指回 p，原结果链丢失。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54270F9-47BC-42A2-AF2D-FFD82E87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头结点参与排序：数据结点内容和哨兵数据可能互换。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7389187-B3FA-4846-9B3A-8D70E007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 不推进：在同一个位置反复选择，非空表不能终止。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8479153-8685-4572-A2AF-043DEAC5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3883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2026-10-27T10:00:13.3710000Z</dcterms:created>
  <dcterms:modified xsi:type="dcterms:W3CDTF">2026-10-27T10:00:13.3710000Z</dcterms:modified>
</coreProperties>
</file>
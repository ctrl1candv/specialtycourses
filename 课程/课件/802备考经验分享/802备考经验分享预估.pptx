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4" r:id="rId5"/>
    <p:sldId id="285" r:id="rId6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把时间花在真正得分的地方</a:t>
            </a:r>
            <a:endParaRPr lang="zh-CN" altLang="en-US" sz="1800" b="1" dirty="0">
              <a:solidFill>
                <a:srgbClr val="1F4E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数据结构备考经验分享</a:t>
            </a: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预告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直播时间：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年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日（周四）下午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en-US" altLang="zh-CN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00</a:t>
            </a:r>
            <a:endParaRPr lang="en-US" altLang="zh-CN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主讲：牙膏学长 </a:t>
            </a:r>
            <a:endParaRPr lang="en-US" sz="1400" dirty="0"/>
          </a:p>
        </p:txBody>
      </p:sp>
      <p:pic>
        <p:nvPicPr>
          <p:cNvPr id="7" name="图片 6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8" name="图片 7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408305"/>
            <a:ext cx="3517265" cy="8978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49580" y="2569845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</a:t>
            </a: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专业课复习路径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（基础、强化、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冲刺）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pic>
        <p:nvPicPr>
          <p:cNvPr id="7" name="图片 6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8" name="图片 7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408305"/>
            <a:ext cx="3517265" cy="897890"/>
          </a:xfrm>
          <a:prstGeom prst="rect">
            <a:avLst/>
          </a:prstGeom>
        </p:spPr>
      </p:pic>
      <p:sp>
        <p:nvSpPr>
          <p:cNvPr id="2" name="Text 3"/>
          <p:cNvSpPr/>
          <p:nvPr/>
        </p:nvSpPr>
        <p:spPr>
          <a:xfrm>
            <a:off x="449580" y="354711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三、代码如何复习（</a:t>
            </a: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代码题训练与备考工具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469265" y="164719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一、目前的计算机，人工智能，网络安全热度排行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统计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69265" y="4548505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四、自由问答</a:t>
            </a:r>
            <a:r>
              <a:rPr lang="zh-CN" alt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环节</a:t>
            </a:r>
            <a:endParaRPr lang="zh-CN" altLang="en-US" sz="2000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35" y="267716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026年8月20日（周四）下午16：00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zh-CN" alt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不见不散</a:t>
            </a:r>
            <a:endParaRPr lang="zh-CN" altLang="en-US" sz="4800" b="1" dirty="0">
              <a:solidFill>
                <a:srgbClr val="1F23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7" name="图片 6" descr="12331231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496685"/>
            <a:ext cx="12191365" cy="361315"/>
          </a:xfrm>
          <a:prstGeom prst="rect">
            <a:avLst/>
          </a:prstGeom>
        </p:spPr>
      </p:pic>
      <p:pic>
        <p:nvPicPr>
          <p:cNvPr id="8" name="图片 7" descr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5" y="408305"/>
            <a:ext cx="3517265" cy="897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WPS 演示</Application>
  <PresentationFormat>On-screen Show (16:9)</PresentationFormat>
  <Paragraphs>19</Paragraphs>
  <Slides>3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802专业课备考经验分享</dc:title>
  <dc:creator>牙膏学长</dc:creator>
  <dc:subject>PptxGenJS Presentation</dc:subject>
  <cp:lastModifiedBy>WPS_1642147024</cp:lastModifiedBy>
  <cp:revision>14</cp:revision>
  <dcterms:created xsi:type="dcterms:W3CDTF">2026-08-16T08:48:00Z</dcterms:created>
  <dcterms:modified xsi:type="dcterms:W3CDTF">2026-08-17T07:00:34Z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853A1614625D4AA69587B525B1A7F5AF_13</vt:lpwstr>
  </property>
  <property fmtid="{D5CDD505-2E9C-101B-9397-08002B2CF9AE}" pid="3" name="KSOProductBuildVer">
    <vt:lpwstr>2052-12.1.0.28043</vt:lpwstr>
  </property>
</Properties>
</file>